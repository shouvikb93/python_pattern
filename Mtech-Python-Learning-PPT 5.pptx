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7" r:id="rId2"/>
    <p:sldId id="258" r:id="rId3"/>
    <p:sldId id="259" r:id="rId4"/>
    <p:sldId id="263" r:id="rId5"/>
    <p:sldId id="264" r:id="rId6"/>
    <p:sldId id="265" r:id="rId7"/>
    <p:sldId id="260" r:id="rId8"/>
    <p:sldId id="261" r:id="rId9"/>
    <p:sldId id="266" r:id="rId10"/>
    <p:sldId id="267" r:id="rId11"/>
    <p:sldId id="262" r:id="rId12"/>
    <p:sldId id="268" r:id="rId13"/>
    <p:sldId id="269" r:id="rId14"/>
    <p:sldId id="270" r:id="rId15"/>
    <p:sldId id="271" r:id="rId16"/>
    <p:sldId id="272" r:id="rId17"/>
    <p:sldId id="273" r:id="rId18"/>
    <p:sldId id="278" r:id="rId19"/>
    <p:sldId id="279" r:id="rId20"/>
    <p:sldId id="274" r:id="rId21"/>
    <p:sldId id="275" r:id="rId22"/>
    <p:sldId id="276" r:id="rId23"/>
    <p:sldId id="277" r:id="rId24"/>
    <p:sldId id="280" r:id="rId25"/>
    <p:sldId id="310" r:id="rId26"/>
    <p:sldId id="312" r:id="rId27"/>
    <p:sldId id="313" r:id="rId28"/>
    <p:sldId id="311" r:id="rId29"/>
    <p:sldId id="314" r:id="rId30"/>
    <p:sldId id="315" r:id="rId31"/>
    <p:sldId id="316" r:id="rId32"/>
    <p:sldId id="317" r:id="rId33"/>
    <p:sldId id="318" r:id="rId34"/>
    <p:sldId id="319" r:id="rId35"/>
    <p:sldId id="321" r:id="rId36"/>
    <p:sldId id="320" r:id="rId37"/>
    <p:sldId id="322" r:id="rId38"/>
    <p:sldId id="323" r:id="rId39"/>
    <p:sldId id="324" r:id="rId40"/>
    <p:sldId id="325" r:id="rId41"/>
    <p:sldId id="281" r:id="rId42"/>
    <p:sldId id="282" r:id="rId43"/>
    <p:sldId id="300" r:id="rId44"/>
    <p:sldId id="301" r:id="rId45"/>
    <p:sldId id="303" r:id="rId46"/>
    <p:sldId id="304" r:id="rId47"/>
    <p:sldId id="302" r:id="rId48"/>
    <p:sldId id="305" r:id="rId49"/>
    <p:sldId id="306" r:id="rId50"/>
    <p:sldId id="307" r:id="rId51"/>
    <p:sldId id="308" r:id="rId52"/>
    <p:sldId id="283" r:id="rId53"/>
    <p:sldId id="290" r:id="rId54"/>
    <p:sldId id="291" r:id="rId55"/>
    <p:sldId id="292" r:id="rId56"/>
    <p:sldId id="294" r:id="rId57"/>
    <p:sldId id="293" r:id="rId58"/>
    <p:sldId id="284" r:id="rId59"/>
    <p:sldId id="285" r:id="rId60"/>
    <p:sldId id="286" r:id="rId61"/>
    <p:sldId id="287" r:id="rId62"/>
    <p:sldId id="288" r:id="rId63"/>
    <p:sldId id="289" r:id="rId64"/>
    <p:sldId id="295" r:id="rId65"/>
    <p:sldId id="296" r:id="rId66"/>
    <p:sldId id="297" r:id="rId67"/>
    <p:sldId id="298" r:id="rId68"/>
    <p:sldId id="299" r:id="rId69"/>
    <p:sldId id="309" r:id="rId70"/>
    <p:sldId id="326" r:id="rId7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DEC8B16-DF9A-9C4F-B460-9285AF82B48F}" v="12" dt="2026-07-14T05:15:27.14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2"/>
    <p:restoredTop sz="94651"/>
  </p:normalViewPr>
  <p:slideViewPr>
    <p:cSldViewPr snapToGrid="0">
      <p:cViewPr varScale="1">
        <p:scale>
          <a:sx n="59" d="100"/>
          <a:sy n="59" d="100"/>
        </p:scale>
        <p:origin x="9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presProps" Target="pres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microsoft.com/office/2015/10/relationships/revisionInfo" Target="revisionInfo.xml"/><Relationship Id="rId7" Type="http://schemas.openxmlformats.org/officeDocument/2006/relationships/slide" Target="slides/slide6.xml"/><Relationship Id="rId71" Type="http://schemas.openxmlformats.org/officeDocument/2006/relationships/slide" Target="slides/slide70.xml"/></Relationships>
</file>

<file path=ppt/diagrams/_rels/data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Relationship Id="rId4" Type="http://schemas.openxmlformats.org/officeDocument/2006/relationships/image" Target="../media/image8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E0C24E8-FC3A-4DEC-AF7F-F9C670B7A2FB}" type="doc">
      <dgm:prSet loTypeId="urn:microsoft.com/office/officeart/2017/3/layout/DropPinTimeline" loCatId="process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7F0E04BC-914F-4343-8FF4-B298BAAE6CCC}">
      <dgm:prSet/>
      <dgm:spPr/>
      <dgm:t>
        <a:bodyPr/>
        <a:lstStyle/>
        <a:p>
          <a:pPr>
            <a:defRPr b="1"/>
          </a:pPr>
          <a:r>
            <a:rPr lang="en-US"/>
            <a:t>late 1980s</a:t>
          </a:r>
        </a:p>
      </dgm:t>
    </dgm:pt>
    <dgm:pt modelId="{E85A9F24-CE86-40A3-A20F-44B5035C77B5}" type="parTrans" cxnId="{3C63E792-BC72-4FFE-A07D-FC59281941F0}">
      <dgm:prSet/>
      <dgm:spPr/>
      <dgm:t>
        <a:bodyPr/>
        <a:lstStyle/>
        <a:p>
          <a:endParaRPr lang="en-US"/>
        </a:p>
      </dgm:t>
    </dgm:pt>
    <dgm:pt modelId="{D29DCE99-B777-4E87-8FF0-573395632F36}" type="sibTrans" cxnId="{3C63E792-BC72-4FFE-A07D-FC59281941F0}">
      <dgm:prSet/>
      <dgm:spPr/>
      <dgm:t>
        <a:bodyPr/>
        <a:lstStyle/>
        <a:p>
          <a:endParaRPr lang="en-US"/>
        </a:p>
      </dgm:t>
    </dgm:pt>
    <dgm:pt modelId="{67678BF0-8F9B-4069-B22E-FBE3BB006219}">
      <dgm:prSet/>
      <dgm:spPr/>
      <dgm:t>
        <a:bodyPr/>
        <a:lstStyle/>
        <a:p>
          <a:r>
            <a:rPr lang="en-US"/>
            <a:t>Python laid its foundation in the late 1980s.</a:t>
          </a:r>
        </a:p>
      </dgm:t>
    </dgm:pt>
    <dgm:pt modelId="{AC02F030-11E9-40BE-BC34-451C6D3D9116}" type="parTrans" cxnId="{8A195412-18A4-4E2A-9415-46422B314248}">
      <dgm:prSet/>
      <dgm:spPr/>
      <dgm:t>
        <a:bodyPr/>
        <a:lstStyle/>
        <a:p>
          <a:endParaRPr lang="en-US"/>
        </a:p>
      </dgm:t>
    </dgm:pt>
    <dgm:pt modelId="{1B63F4C1-3598-45C7-8B60-3ABD36D59259}" type="sibTrans" cxnId="{8A195412-18A4-4E2A-9415-46422B314248}">
      <dgm:prSet/>
      <dgm:spPr/>
      <dgm:t>
        <a:bodyPr/>
        <a:lstStyle/>
        <a:p>
          <a:endParaRPr lang="en-US"/>
        </a:p>
      </dgm:t>
    </dgm:pt>
    <dgm:pt modelId="{36080CF8-6E59-421C-9D5A-E4DA96A7AC83}">
      <dgm:prSet/>
      <dgm:spPr/>
      <dgm:t>
        <a:bodyPr/>
        <a:lstStyle/>
        <a:p>
          <a:pPr>
            <a:defRPr b="1"/>
          </a:pPr>
          <a:r>
            <a:rPr lang="en-US"/>
            <a:t>Dec. 1989</a:t>
          </a:r>
        </a:p>
      </dgm:t>
    </dgm:pt>
    <dgm:pt modelId="{6EE135A6-A3A0-4763-9A20-BF70F0A2012E}" type="parTrans" cxnId="{61E514D7-F896-4DDD-AA84-28322F63C053}">
      <dgm:prSet/>
      <dgm:spPr/>
      <dgm:t>
        <a:bodyPr/>
        <a:lstStyle/>
        <a:p>
          <a:endParaRPr lang="en-US"/>
        </a:p>
      </dgm:t>
    </dgm:pt>
    <dgm:pt modelId="{1FC7DD2E-3AB0-4951-8718-B344ABA2D2D5}" type="sibTrans" cxnId="{61E514D7-F896-4DDD-AA84-28322F63C053}">
      <dgm:prSet/>
      <dgm:spPr/>
      <dgm:t>
        <a:bodyPr/>
        <a:lstStyle/>
        <a:p>
          <a:endParaRPr lang="en-US"/>
        </a:p>
      </dgm:t>
    </dgm:pt>
    <dgm:pt modelId="{AD93FDAD-CD1A-40E9-B9FE-4C1C87112427}">
      <dgm:prSet/>
      <dgm:spPr/>
      <dgm:t>
        <a:bodyPr/>
        <a:lstStyle/>
        <a:p>
          <a:r>
            <a:rPr lang="en-US"/>
            <a:t>The implementation of Python was started in the December 1989 by Guido Van Rossum at CWI in Netherland.</a:t>
          </a:r>
        </a:p>
      </dgm:t>
    </dgm:pt>
    <dgm:pt modelId="{5D0E18D7-1463-4D75-B698-00F41932D064}" type="parTrans" cxnId="{9E5A4317-C83A-4DDC-B615-5896C8DCA764}">
      <dgm:prSet/>
      <dgm:spPr/>
      <dgm:t>
        <a:bodyPr/>
        <a:lstStyle/>
        <a:p>
          <a:endParaRPr lang="en-US"/>
        </a:p>
      </dgm:t>
    </dgm:pt>
    <dgm:pt modelId="{104D3924-D422-4205-857E-3B6BBCF2D62A}" type="sibTrans" cxnId="{9E5A4317-C83A-4DDC-B615-5896C8DCA764}">
      <dgm:prSet/>
      <dgm:spPr/>
      <dgm:t>
        <a:bodyPr/>
        <a:lstStyle/>
        <a:p>
          <a:endParaRPr lang="en-US"/>
        </a:p>
      </dgm:t>
    </dgm:pt>
    <dgm:pt modelId="{641FCAAB-2A82-4C70-A4C2-1AD8E445DE25}">
      <dgm:prSet/>
      <dgm:spPr/>
      <dgm:t>
        <a:bodyPr/>
        <a:lstStyle/>
        <a:p>
          <a:pPr>
            <a:defRPr b="1"/>
          </a:pPr>
          <a:r>
            <a:rPr lang="en-US"/>
            <a:t>Feb. 1991</a:t>
          </a:r>
        </a:p>
      </dgm:t>
    </dgm:pt>
    <dgm:pt modelId="{9FBA8863-74FC-4B92-A6C0-177D0509EA07}" type="parTrans" cxnId="{0C37FE42-AF90-4C3A-9A8F-F1B2681D58FF}">
      <dgm:prSet/>
      <dgm:spPr/>
      <dgm:t>
        <a:bodyPr/>
        <a:lstStyle/>
        <a:p>
          <a:endParaRPr lang="en-US"/>
        </a:p>
      </dgm:t>
    </dgm:pt>
    <dgm:pt modelId="{95434954-7234-4647-8286-2F03EEB5FE0B}" type="sibTrans" cxnId="{0C37FE42-AF90-4C3A-9A8F-F1B2681D58FF}">
      <dgm:prSet/>
      <dgm:spPr/>
      <dgm:t>
        <a:bodyPr/>
        <a:lstStyle/>
        <a:p>
          <a:endParaRPr lang="en-US"/>
        </a:p>
      </dgm:t>
    </dgm:pt>
    <dgm:pt modelId="{B1969BD9-6671-4D01-826D-A67753629750}">
      <dgm:prSet/>
      <dgm:spPr/>
      <dgm:t>
        <a:bodyPr/>
        <a:lstStyle/>
        <a:p>
          <a:r>
            <a:rPr lang="en-US"/>
            <a:t>In February 1991, van Rossum published the code (labeled version 0.9.0) to alt.sources.</a:t>
          </a:r>
        </a:p>
      </dgm:t>
    </dgm:pt>
    <dgm:pt modelId="{C76AFD8C-9B2F-45C8-A96B-E464039EB35D}" type="parTrans" cxnId="{C1E0E2D6-CE98-40B0-86CC-14586965B877}">
      <dgm:prSet/>
      <dgm:spPr/>
      <dgm:t>
        <a:bodyPr/>
        <a:lstStyle/>
        <a:p>
          <a:endParaRPr lang="en-US"/>
        </a:p>
      </dgm:t>
    </dgm:pt>
    <dgm:pt modelId="{85F83AE8-6D87-458D-87C1-D0F9E9646007}" type="sibTrans" cxnId="{C1E0E2D6-CE98-40B0-86CC-14586965B877}">
      <dgm:prSet/>
      <dgm:spPr/>
      <dgm:t>
        <a:bodyPr/>
        <a:lstStyle/>
        <a:p>
          <a:endParaRPr lang="en-US"/>
        </a:p>
      </dgm:t>
    </dgm:pt>
    <dgm:pt modelId="{489899F8-47FF-4196-912D-9DDF65F785F0}">
      <dgm:prSet/>
      <dgm:spPr/>
      <dgm:t>
        <a:bodyPr/>
        <a:lstStyle/>
        <a:p>
          <a:pPr>
            <a:defRPr b="1"/>
          </a:pPr>
          <a:r>
            <a:rPr lang="en-US"/>
            <a:t>1994</a:t>
          </a:r>
        </a:p>
      </dgm:t>
    </dgm:pt>
    <dgm:pt modelId="{F01724EF-237B-4092-BFDA-90F884642A36}" type="parTrans" cxnId="{B359F172-D58C-4C35-96F7-53F0B2451478}">
      <dgm:prSet/>
      <dgm:spPr/>
      <dgm:t>
        <a:bodyPr/>
        <a:lstStyle/>
        <a:p>
          <a:endParaRPr lang="en-US"/>
        </a:p>
      </dgm:t>
    </dgm:pt>
    <dgm:pt modelId="{A08BF498-7ED0-4822-8B31-CFDC8E6DBB65}" type="sibTrans" cxnId="{B359F172-D58C-4C35-96F7-53F0B2451478}">
      <dgm:prSet/>
      <dgm:spPr/>
      <dgm:t>
        <a:bodyPr/>
        <a:lstStyle/>
        <a:p>
          <a:endParaRPr lang="en-US"/>
        </a:p>
      </dgm:t>
    </dgm:pt>
    <dgm:pt modelId="{D6D7BAF8-7E4C-4226-A7C6-A90F3F4C400C}">
      <dgm:prSet/>
      <dgm:spPr/>
      <dgm:t>
        <a:bodyPr/>
        <a:lstStyle/>
        <a:p>
          <a:r>
            <a:rPr lang="en-US"/>
            <a:t>In 1994, Python 1.0 was released with new features like: lambda, map, filter, and reduce.</a:t>
          </a:r>
        </a:p>
      </dgm:t>
    </dgm:pt>
    <dgm:pt modelId="{3E091DC6-1150-4049-AA39-E04617F5DADB}" type="parTrans" cxnId="{3485CAA1-841A-4490-A39F-DD88E42AC80F}">
      <dgm:prSet/>
      <dgm:spPr/>
      <dgm:t>
        <a:bodyPr/>
        <a:lstStyle/>
        <a:p>
          <a:endParaRPr lang="en-US"/>
        </a:p>
      </dgm:t>
    </dgm:pt>
    <dgm:pt modelId="{27D8E099-F90B-473B-9743-5A142DA8FEEB}" type="sibTrans" cxnId="{3485CAA1-841A-4490-A39F-DD88E42AC80F}">
      <dgm:prSet/>
      <dgm:spPr/>
      <dgm:t>
        <a:bodyPr/>
        <a:lstStyle/>
        <a:p>
          <a:endParaRPr lang="en-US"/>
        </a:p>
      </dgm:t>
    </dgm:pt>
    <dgm:pt modelId="{47D0FBDD-52B5-48A6-A05A-92094375E4AA}">
      <dgm:prSet/>
      <dgm:spPr/>
      <dgm:t>
        <a:bodyPr/>
        <a:lstStyle/>
        <a:p>
          <a:pPr>
            <a:defRPr b="1"/>
          </a:pPr>
          <a:r>
            <a:rPr lang="en-US"/>
            <a:t>3 Dec. 2008</a:t>
          </a:r>
        </a:p>
      </dgm:t>
    </dgm:pt>
    <dgm:pt modelId="{8FA79EEC-3AC0-41F2-90D7-7CF120DA09F8}" type="parTrans" cxnId="{04D1ACE2-4434-4BD1-A24C-E65B3E80E7B4}">
      <dgm:prSet/>
      <dgm:spPr/>
      <dgm:t>
        <a:bodyPr/>
        <a:lstStyle/>
        <a:p>
          <a:endParaRPr lang="en-US"/>
        </a:p>
      </dgm:t>
    </dgm:pt>
    <dgm:pt modelId="{C48AA059-5C8F-42C0-AEA2-1BEAE68DD728}" type="sibTrans" cxnId="{04D1ACE2-4434-4BD1-A24C-E65B3E80E7B4}">
      <dgm:prSet/>
      <dgm:spPr/>
      <dgm:t>
        <a:bodyPr/>
        <a:lstStyle/>
        <a:p>
          <a:endParaRPr lang="en-US"/>
        </a:p>
      </dgm:t>
    </dgm:pt>
    <dgm:pt modelId="{E2F1FA1F-DF54-4977-9979-CDC10178002C}">
      <dgm:prSet/>
      <dgm:spPr/>
      <dgm:t>
        <a:bodyPr/>
        <a:lstStyle/>
        <a:p>
          <a:r>
            <a:rPr lang="en-US"/>
            <a:t>On December 3, 2008, Python 3.0 (also called "Py3K") was released. It was designed to rectify fundamental flaw of the language.</a:t>
          </a:r>
        </a:p>
      </dgm:t>
    </dgm:pt>
    <dgm:pt modelId="{4558DD20-6866-48B8-A300-8D74D7D3E981}" type="parTrans" cxnId="{30F5CABA-0454-470F-89ED-0290748819A3}">
      <dgm:prSet/>
      <dgm:spPr/>
      <dgm:t>
        <a:bodyPr/>
        <a:lstStyle/>
        <a:p>
          <a:endParaRPr lang="en-US"/>
        </a:p>
      </dgm:t>
    </dgm:pt>
    <dgm:pt modelId="{82C024D0-45F0-4CE5-9966-908762846052}" type="sibTrans" cxnId="{30F5CABA-0454-470F-89ED-0290748819A3}">
      <dgm:prSet/>
      <dgm:spPr/>
      <dgm:t>
        <a:bodyPr/>
        <a:lstStyle/>
        <a:p>
          <a:endParaRPr lang="en-US"/>
        </a:p>
      </dgm:t>
    </dgm:pt>
    <dgm:pt modelId="{4213880F-D151-BD48-9BC3-E894CFA7ED19}" type="pres">
      <dgm:prSet presAssocID="{9E0C24E8-FC3A-4DEC-AF7F-F9C670B7A2FB}" presName="root" presStyleCnt="0">
        <dgm:presLayoutVars>
          <dgm:chMax/>
          <dgm:chPref/>
          <dgm:animLvl val="lvl"/>
        </dgm:presLayoutVars>
      </dgm:prSet>
      <dgm:spPr/>
    </dgm:pt>
    <dgm:pt modelId="{01804E32-179F-9745-A9A8-E2884F7706CB}" type="pres">
      <dgm:prSet presAssocID="{9E0C24E8-FC3A-4DEC-AF7F-F9C670B7A2FB}" presName="divider" presStyleLbl="fgAcc1" presStyleIdx="0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gm:spPr>
    </dgm:pt>
    <dgm:pt modelId="{2A08DDBF-88D4-9147-8EB2-D0C4A2BF6085}" type="pres">
      <dgm:prSet presAssocID="{9E0C24E8-FC3A-4DEC-AF7F-F9C670B7A2FB}" presName="nodes" presStyleCnt="0">
        <dgm:presLayoutVars>
          <dgm:chMax/>
          <dgm:chPref/>
          <dgm:animLvl val="lvl"/>
        </dgm:presLayoutVars>
      </dgm:prSet>
      <dgm:spPr/>
    </dgm:pt>
    <dgm:pt modelId="{ED38CD7E-45E2-DB4A-B568-339EA12292BA}" type="pres">
      <dgm:prSet presAssocID="{7F0E04BC-914F-4343-8FF4-B298BAAE6CCC}" presName="composite" presStyleCnt="0"/>
      <dgm:spPr/>
    </dgm:pt>
    <dgm:pt modelId="{EA030CE7-C4CD-C64D-A0F9-57A2D81CE94D}" type="pres">
      <dgm:prSet presAssocID="{7F0E04BC-914F-4343-8FF4-B298BAAE6CCC}" presName="ConnectorPoint" presStyleLbl="lnNode1" presStyleIdx="0" presStyleCnt="5"/>
      <dgm:spPr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2359A0EC-5CD8-9544-B4A4-3ECC863ED555}" type="pres">
      <dgm:prSet presAssocID="{7F0E04BC-914F-4343-8FF4-B298BAAE6CCC}" presName="DropPinPlaceHolder" presStyleCnt="0"/>
      <dgm:spPr/>
    </dgm:pt>
    <dgm:pt modelId="{F6A747A5-D414-344E-B8A0-CB587A895300}" type="pres">
      <dgm:prSet presAssocID="{7F0E04BC-914F-4343-8FF4-B298BAAE6CCC}" presName="DropPin" presStyleLbl="alignNode1" presStyleIdx="0" presStyleCnt="5"/>
      <dgm:spPr/>
    </dgm:pt>
    <dgm:pt modelId="{7DDD2229-02F8-874D-8E4C-3D470AA60965}" type="pres">
      <dgm:prSet presAssocID="{7F0E04BC-914F-4343-8FF4-B298BAAE6CCC}" presName="Ellipse" presStyleLbl="fgAcc1" presStyleIdx="1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gm:spPr>
    </dgm:pt>
    <dgm:pt modelId="{244AAC93-7DD2-B84C-B48B-19654493EA80}" type="pres">
      <dgm:prSet presAssocID="{7F0E04BC-914F-4343-8FF4-B298BAAE6CCC}" presName="L2TextContainer" presStyleLbl="revTx" presStyleIdx="0" presStyleCnt="10">
        <dgm:presLayoutVars>
          <dgm:bulletEnabled val="1"/>
        </dgm:presLayoutVars>
      </dgm:prSet>
      <dgm:spPr/>
    </dgm:pt>
    <dgm:pt modelId="{C1A4CC6F-F60E-7140-A98A-7FF414B51030}" type="pres">
      <dgm:prSet presAssocID="{7F0E04BC-914F-4343-8FF4-B298BAAE6CCC}" presName="L1TextContainer" presStyleLbl="revTx" presStyleIdx="1" presStyleCnt="10">
        <dgm:presLayoutVars>
          <dgm:chMax val="1"/>
          <dgm:chPref val="1"/>
          <dgm:bulletEnabled val="1"/>
        </dgm:presLayoutVars>
      </dgm:prSet>
      <dgm:spPr/>
    </dgm:pt>
    <dgm:pt modelId="{EAE4C827-8C3D-6346-85DD-2E0109260ADC}" type="pres">
      <dgm:prSet presAssocID="{7F0E04BC-914F-4343-8FF4-B298BAAE6CCC}" presName="ConnectLine" presStyleLbl="sibTrans1D1" presStyleIdx="0" presStyleCnt="5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gm:spPr>
    </dgm:pt>
    <dgm:pt modelId="{3E3DB99B-61D9-464D-BE61-EF38A9FC91C1}" type="pres">
      <dgm:prSet presAssocID="{7F0E04BC-914F-4343-8FF4-B298BAAE6CCC}" presName="EmptyPlaceHolder" presStyleCnt="0"/>
      <dgm:spPr/>
    </dgm:pt>
    <dgm:pt modelId="{1F15F97D-4659-5E43-B94D-2270739A8211}" type="pres">
      <dgm:prSet presAssocID="{D29DCE99-B777-4E87-8FF0-573395632F36}" presName="spaceBetweenRectangles" presStyleCnt="0"/>
      <dgm:spPr/>
    </dgm:pt>
    <dgm:pt modelId="{9465BB77-4CFE-784E-86B0-13D1F4CAC2F6}" type="pres">
      <dgm:prSet presAssocID="{36080CF8-6E59-421C-9D5A-E4DA96A7AC83}" presName="composite" presStyleCnt="0"/>
      <dgm:spPr/>
    </dgm:pt>
    <dgm:pt modelId="{7BD7A81B-4DE2-DE4F-9929-9D0BBC248467}" type="pres">
      <dgm:prSet presAssocID="{36080CF8-6E59-421C-9D5A-E4DA96A7AC83}" presName="ConnectorPoint" presStyleLbl="lnNode1" presStyleIdx="1" presStyleCnt="5"/>
      <dgm:spPr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4E18C2FD-C19E-3849-A7FE-A72C7B8FEA2A}" type="pres">
      <dgm:prSet presAssocID="{36080CF8-6E59-421C-9D5A-E4DA96A7AC83}" presName="DropPinPlaceHolder" presStyleCnt="0"/>
      <dgm:spPr/>
    </dgm:pt>
    <dgm:pt modelId="{10ED981F-D2FE-934D-8877-DCEF0EF75443}" type="pres">
      <dgm:prSet presAssocID="{36080CF8-6E59-421C-9D5A-E4DA96A7AC83}" presName="DropPin" presStyleLbl="alignNode1" presStyleIdx="1" presStyleCnt="5"/>
      <dgm:spPr/>
    </dgm:pt>
    <dgm:pt modelId="{B2E280D5-CCB1-6E43-BBB6-4599680729ED}" type="pres">
      <dgm:prSet presAssocID="{36080CF8-6E59-421C-9D5A-E4DA96A7AC83}" presName="Ellipse" presStyleLbl="fgAcc1" presStyleIdx="2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gm:spPr>
    </dgm:pt>
    <dgm:pt modelId="{66592D60-E1DF-3F47-9C44-6728E265FB24}" type="pres">
      <dgm:prSet presAssocID="{36080CF8-6E59-421C-9D5A-E4DA96A7AC83}" presName="L2TextContainer" presStyleLbl="revTx" presStyleIdx="2" presStyleCnt="10">
        <dgm:presLayoutVars>
          <dgm:bulletEnabled val="1"/>
        </dgm:presLayoutVars>
      </dgm:prSet>
      <dgm:spPr/>
    </dgm:pt>
    <dgm:pt modelId="{ED308ABE-A566-F640-B205-FF2555B16FB8}" type="pres">
      <dgm:prSet presAssocID="{36080CF8-6E59-421C-9D5A-E4DA96A7AC83}" presName="L1TextContainer" presStyleLbl="revTx" presStyleIdx="3" presStyleCnt="10">
        <dgm:presLayoutVars>
          <dgm:chMax val="1"/>
          <dgm:chPref val="1"/>
          <dgm:bulletEnabled val="1"/>
        </dgm:presLayoutVars>
      </dgm:prSet>
      <dgm:spPr/>
    </dgm:pt>
    <dgm:pt modelId="{93A07478-2D60-2E4A-B6C1-9E655BC11D0B}" type="pres">
      <dgm:prSet presAssocID="{36080CF8-6E59-421C-9D5A-E4DA96A7AC83}" presName="ConnectLine" presStyleLbl="sibTrans1D1" presStyleIdx="1" presStyleCnt="5"/>
      <dgm:spPr>
        <a:noFill/>
        <a:ln w="12700" cap="flat" cmpd="sng" algn="ctr">
          <a:solidFill>
            <a:schemeClr val="accent2">
              <a:hueOff val="-367258"/>
              <a:satOff val="-8124"/>
              <a:lumOff val="-1618"/>
              <a:alphaOff val="0"/>
            </a:schemeClr>
          </a:solidFill>
          <a:prstDash val="dash"/>
        </a:ln>
        <a:effectLst/>
      </dgm:spPr>
    </dgm:pt>
    <dgm:pt modelId="{68423F0F-3F5B-714D-8355-C1819AD37B48}" type="pres">
      <dgm:prSet presAssocID="{36080CF8-6E59-421C-9D5A-E4DA96A7AC83}" presName="EmptyPlaceHolder" presStyleCnt="0"/>
      <dgm:spPr/>
    </dgm:pt>
    <dgm:pt modelId="{D2977DCA-8352-EC4A-A7E1-818680A3032F}" type="pres">
      <dgm:prSet presAssocID="{1FC7DD2E-3AB0-4951-8718-B344ABA2D2D5}" presName="spaceBetweenRectangles" presStyleCnt="0"/>
      <dgm:spPr/>
    </dgm:pt>
    <dgm:pt modelId="{3F6D900D-CFBF-6442-88D9-81525B16EBDD}" type="pres">
      <dgm:prSet presAssocID="{641FCAAB-2A82-4C70-A4C2-1AD8E445DE25}" presName="composite" presStyleCnt="0"/>
      <dgm:spPr/>
    </dgm:pt>
    <dgm:pt modelId="{B6718472-4BDB-4246-8EBB-C528197436E6}" type="pres">
      <dgm:prSet presAssocID="{641FCAAB-2A82-4C70-A4C2-1AD8E445DE25}" presName="ConnectorPoint" presStyleLbl="lnNode1" presStyleIdx="2" presStyleCnt="5"/>
      <dgm:spPr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CC07220B-61D4-644B-8E4E-06EBD3F1C965}" type="pres">
      <dgm:prSet presAssocID="{641FCAAB-2A82-4C70-A4C2-1AD8E445DE25}" presName="DropPinPlaceHolder" presStyleCnt="0"/>
      <dgm:spPr/>
    </dgm:pt>
    <dgm:pt modelId="{2FCE62B9-2C9D-1D47-A096-76E6E001171C}" type="pres">
      <dgm:prSet presAssocID="{641FCAAB-2A82-4C70-A4C2-1AD8E445DE25}" presName="DropPin" presStyleLbl="alignNode1" presStyleIdx="2" presStyleCnt="5"/>
      <dgm:spPr/>
    </dgm:pt>
    <dgm:pt modelId="{A082254B-E3B9-D943-89EC-8245ECF6931E}" type="pres">
      <dgm:prSet presAssocID="{641FCAAB-2A82-4C70-A4C2-1AD8E445DE25}" presName="Ellipse" presStyleLbl="fgAcc1" presStyleIdx="3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gm:spPr>
    </dgm:pt>
    <dgm:pt modelId="{C3EB8DA4-B1FC-CF40-8929-572786633D79}" type="pres">
      <dgm:prSet presAssocID="{641FCAAB-2A82-4C70-A4C2-1AD8E445DE25}" presName="L2TextContainer" presStyleLbl="revTx" presStyleIdx="4" presStyleCnt="10">
        <dgm:presLayoutVars>
          <dgm:bulletEnabled val="1"/>
        </dgm:presLayoutVars>
      </dgm:prSet>
      <dgm:spPr/>
    </dgm:pt>
    <dgm:pt modelId="{F1BBB37A-75B4-2F4C-88EB-E737AF66FD11}" type="pres">
      <dgm:prSet presAssocID="{641FCAAB-2A82-4C70-A4C2-1AD8E445DE25}" presName="L1TextContainer" presStyleLbl="revTx" presStyleIdx="5" presStyleCnt="10">
        <dgm:presLayoutVars>
          <dgm:chMax val="1"/>
          <dgm:chPref val="1"/>
          <dgm:bulletEnabled val="1"/>
        </dgm:presLayoutVars>
      </dgm:prSet>
      <dgm:spPr/>
    </dgm:pt>
    <dgm:pt modelId="{623175D4-9F60-DC44-9DB2-105A67FD2778}" type="pres">
      <dgm:prSet presAssocID="{641FCAAB-2A82-4C70-A4C2-1AD8E445DE25}" presName="ConnectLine" presStyleLbl="sibTrans1D1" presStyleIdx="2" presStyleCnt="5"/>
      <dgm:spPr>
        <a:noFill/>
        <a:ln w="12700" cap="flat" cmpd="sng" algn="ctr">
          <a:solidFill>
            <a:schemeClr val="accent2">
              <a:hueOff val="-734515"/>
              <a:satOff val="-16247"/>
              <a:lumOff val="-3235"/>
              <a:alphaOff val="0"/>
            </a:schemeClr>
          </a:solidFill>
          <a:prstDash val="dash"/>
        </a:ln>
        <a:effectLst/>
      </dgm:spPr>
    </dgm:pt>
    <dgm:pt modelId="{D170AAD4-7130-F14D-8755-255A3A6554D4}" type="pres">
      <dgm:prSet presAssocID="{641FCAAB-2A82-4C70-A4C2-1AD8E445DE25}" presName="EmptyPlaceHolder" presStyleCnt="0"/>
      <dgm:spPr/>
    </dgm:pt>
    <dgm:pt modelId="{9FAC2AE8-7EEA-6848-870E-D4253A515C10}" type="pres">
      <dgm:prSet presAssocID="{95434954-7234-4647-8286-2F03EEB5FE0B}" presName="spaceBetweenRectangles" presStyleCnt="0"/>
      <dgm:spPr/>
    </dgm:pt>
    <dgm:pt modelId="{799309E2-1475-1D49-B548-7D04E98FD230}" type="pres">
      <dgm:prSet presAssocID="{489899F8-47FF-4196-912D-9DDF65F785F0}" presName="composite" presStyleCnt="0"/>
      <dgm:spPr/>
    </dgm:pt>
    <dgm:pt modelId="{6F80DD8C-4112-C943-AC2C-8F66C65EDB5D}" type="pres">
      <dgm:prSet presAssocID="{489899F8-47FF-4196-912D-9DDF65F785F0}" presName="ConnectorPoint" presStyleLbl="lnNode1" presStyleIdx="3" presStyleCnt="5"/>
      <dgm:spPr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FE818043-DE83-7945-8D2D-7F71F1B86C4A}" type="pres">
      <dgm:prSet presAssocID="{489899F8-47FF-4196-912D-9DDF65F785F0}" presName="DropPinPlaceHolder" presStyleCnt="0"/>
      <dgm:spPr/>
    </dgm:pt>
    <dgm:pt modelId="{84F37802-3DD3-DE44-A998-6FB541F2065F}" type="pres">
      <dgm:prSet presAssocID="{489899F8-47FF-4196-912D-9DDF65F785F0}" presName="DropPin" presStyleLbl="alignNode1" presStyleIdx="3" presStyleCnt="5"/>
      <dgm:spPr/>
    </dgm:pt>
    <dgm:pt modelId="{31F59D55-1FAB-0E40-A246-0650FB44EEB1}" type="pres">
      <dgm:prSet presAssocID="{489899F8-47FF-4196-912D-9DDF65F785F0}" presName="Ellipse" presStyleLbl="fgAcc1" presStyleIdx="4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gm:spPr>
    </dgm:pt>
    <dgm:pt modelId="{2D445C00-4065-4242-B220-116B8E945181}" type="pres">
      <dgm:prSet presAssocID="{489899F8-47FF-4196-912D-9DDF65F785F0}" presName="L2TextContainer" presStyleLbl="revTx" presStyleIdx="6" presStyleCnt="10">
        <dgm:presLayoutVars>
          <dgm:bulletEnabled val="1"/>
        </dgm:presLayoutVars>
      </dgm:prSet>
      <dgm:spPr/>
    </dgm:pt>
    <dgm:pt modelId="{3F91C410-E2B6-7A47-83B3-845817B2B6CD}" type="pres">
      <dgm:prSet presAssocID="{489899F8-47FF-4196-912D-9DDF65F785F0}" presName="L1TextContainer" presStyleLbl="revTx" presStyleIdx="7" presStyleCnt="10">
        <dgm:presLayoutVars>
          <dgm:chMax val="1"/>
          <dgm:chPref val="1"/>
          <dgm:bulletEnabled val="1"/>
        </dgm:presLayoutVars>
      </dgm:prSet>
      <dgm:spPr/>
    </dgm:pt>
    <dgm:pt modelId="{335A0E44-DD62-1D4D-B477-A4EA9D4C0F8F}" type="pres">
      <dgm:prSet presAssocID="{489899F8-47FF-4196-912D-9DDF65F785F0}" presName="ConnectLine" presStyleLbl="sibTrans1D1" presStyleIdx="3" presStyleCnt="5"/>
      <dgm:spPr>
        <a:noFill/>
        <a:ln w="12700" cap="flat" cmpd="sng" algn="ctr">
          <a:solidFill>
            <a:schemeClr val="accent2">
              <a:hueOff val="-1101773"/>
              <a:satOff val="-24371"/>
              <a:lumOff val="-4853"/>
              <a:alphaOff val="0"/>
            </a:schemeClr>
          </a:solidFill>
          <a:prstDash val="dash"/>
        </a:ln>
        <a:effectLst/>
      </dgm:spPr>
    </dgm:pt>
    <dgm:pt modelId="{8480E2BA-AD9E-004C-80AE-0F90B0404BEA}" type="pres">
      <dgm:prSet presAssocID="{489899F8-47FF-4196-912D-9DDF65F785F0}" presName="EmptyPlaceHolder" presStyleCnt="0"/>
      <dgm:spPr/>
    </dgm:pt>
    <dgm:pt modelId="{89CB3162-E93C-3C40-B1E6-D6D031708587}" type="pres">
      <dgm:prSet presAssocID="{A08BF498-7ED0-4822-8B31-CFDC8E6DBB65}" presName="spaceBetweenRectangles" presStyleCnt="0"/>
      <dgm:spPr/>
    </dgm:pt>
    <dgm:pt modelId="{18D5F4B9-DD3B-EB4B-93CA-B3C24A6AD0BB}" type="pres">
      <dgm:prSet presAssocID="{47D0FBDD-52B5-48A6-A05A-92094375E4AA}" presName="composite" presStyleCnt="0"/>
      <dgm:spPr/>
    </dgm:pt>
    <dgm:pt modelId="{B92C9D07-C853-9C47-9B50-1D682EEDCA3E}" type="pres">
      <dgm:prSet presAssocID="{47D0FBDD-52B5-48A6-A05A-92094375E4AA}" presName="ConnectorPoint" presStyleLbl="lnNode1" presStyleIdx="4" presStyleCnt="5"/>
      <dgm:spPr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gm:spPr>
    </dgm:pt>
    <dgm:pt modelId="{DFD238FB-1C43-A74F-B29A-2CAF00EBB83C}" type="pres">
      <dgm:prSet presAssocID="{47D0FBDD-52B5-48A6-A05A-92094375E4AA}" presName="DropPinPlaceHolder" presStyleCnt="0"/>
      <dgm:spPr/>
    </dgm:pt>
    <dgm:pt modelId="{435E3E34-1D9E-774B-8432-DFEC7F5D1614}" type="pres">
      <dgm:prSet presAssocID="{47D0FBDD-52B5-48A6-A05A-92094375E4AA}" presName="DropPin" presStyleLbl="alignNode1" presStyleIdx="4" presStyleCnt="5"/>
      <dgm:spPr/>
    </dgm:pt>
    <dgm:pt modelId="{17C41475-6424-DC4C-A75E-BC171CC41863}" type="pres">
      <dgm:prSet presAssocID="{47D0FBDD-52B5-48A6-A05A-92094375E4AA}" presName="Ellipse" presStyleLbl="fgAcc1" presStyleIdx="5" presStyleCnt="6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gm:spPr>
    </dgm:pt>
    <dgm:pt modelId="{846CBB5F-0B1F-1F4E-B4A8-BA52598F1859}" type="pres">
      <dgm:prSet presAssocID="{47D0FBDD-52B5-48A6-A05A-92094375E4AA}" presName="L2TextContainer" presStyleLbl="revTx" presStyleIdx="8" presStyleCnt="10">
        <dgm:presLayoutVars>
          <dgm:bulletEnabled val="1"/>
        </dgm:presLayoutVars>
      </dgm:prSet>
      <dgm:spPr/>
    </dgm:pt>
    <dgm:pt modelId="{24992666-2D57-B34D-8593-5B26C093A552}" type="pres">
      <dgm:prSet presAssocID="{47D0FBDD-52B5-48A6-A05A-92094375E4AA}" presName="L1TextContainer" presStyleLbl="revTx" presStyleIdx="9" presStyleCnt="10">
        <dgm:presLayoutVars>
          <dgm:chMax val="1"/>
          <dgm:chPref val="1"/>
          <dgm:bulletEnabled val="1"/>
        </dgm:presLayoutVars>
      </dgm:prSet>
      <dgm:spPr/>
    </dgm:pt>
    <dgm:pt modelId="{06DCD273-9A9D-0747-8324-26E863F4295A}" type="pres">
      <dgm:prSet presAssocID="{47D0FBDD-52B5-48A6-A05A-92094375E4AA}" presName="ConnectLine" presStyleLbl="sibTrans1D1" presStyleIdx="4" presStyleCnt="5"/>
      <dgm:spPr>
        <a:noFill/>
        <a:ln w="12700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dash"/>
        </a:ln>
        <a:effectLst/>
      </dgm:spPr>
    </dgm:pt>
    <dgm:pt modelId="{C0D7FFC5-79D3-3649-8AAD-B23285D51D96}" type="pres">
      <dgm:prSet presAssocID="{47D0FBDD-52B5-48A6-A05A-92094375E4AA}" presName="EmptyPlaceHolder" presStyleCnt="0"/>
      <dgm:spPr/>
    </dgm:pt>
  </dgm:ptLst>
  <dgm:cxnLst>
    <dgm:cxn modelId="{8A195412-18A4-4E2A-9415-46422B314248}" srcId="{7F0E04BC-914F-4343-8FF4-B298BAAE6CCC}" destId="{67678BF0-8F9B-4069-B22E-FBE3BB006219}" srcOrd="0" destOrd="0" parTransId="{AC02F030-11E9-40BE-BC34-451C6D3D9116}" sibTransId="{1B63F4C1-3598-45C7-8B60-3ABD36D59259}"/>
    <dgm:cxn modelId="{9E5A4317-C83A-4DDC-B615-5896C8DCA764}" srcId="{36080CF8-6E59-421C-9D5A-E4DA96A7AC83}" destId="{AD93FDAD-CD1A-40E9-B9FE-4C1C87112427}" srcOrd="0" destOrd="0" parTransId="{5D0E18D7-1463-4D75-B698-00F41932D064}" sibTransId="{104D3924-D422-4205-857E-3B6BBCF2D62A}"/>
    <dgm:cxn modelId="{1CBE8427-5371-264E-A3C9-438A2BBF49A5}" type="presOf" srcId="{36080CF8-6E59-421C-9D5A-E4DA96A7AC83}" destId="{ED308ABE-A566-F640-B205-FF2555B16FB8}" srcOrd="0" destOrd="0" presId="urn:microsoft.com/office/officeart/2017/3/layout/DropPinTimeline"/>
    <dgm:cxn modelId="{82389F5B-A31E-2E4A-9FB6-5A89F3C4F1B5}" type="presOf" srcId="{489899F8-47FF-4196-912D-9DDF65F785F0}" destId="{3F91C410-E2B6-7A47-83B3-845817B2B6CD}" srcOrd="0" destOrd="0" presId="urn:microsoft.com/office/officeart/2017/3/layout/DropPinTimeline"/>
    <dgm:cxn modelId="{8229A85D-C207-7E48-9D57-E742A9714DA6}" type="presOf" srcId="{7F0E04BC-914F-4343-8FF4-B298BAAE6CCC}" destId="{C1A4CC6F-F60E-7140-A98A-7FF414B51030}" srcOrd="0" destOrd="0" presId="urn:microsoft.com/office/officeart/2017/3/layout/DropPinTimeline"/>
    <dgm:cxn modelId="{0C37FE42-AF90-4C3A-9A8F-F1B2681D58FF}" srcId="{9E0C24E8-FC3A-4DEC-AF7F-F9C670B7A2FB}" destId="{641FCAAB-2A82-4C70-A4C2-1AD8E445DE25}" srcOrd="2" destOrd="0" parTransId="{9FBA8863-74FC-4B92-A6C0-177D0509EA07}" sibTransId="{95434954-7234-4647-8286-2F03EEB5FE0B}"/>
    <dgm:cxn modelId="{0D877363-1D7B-794A-AA2A-BC2FC491A222}" type="presOf" srcId="{67678BF0-8F9B-4069-B22E-FBE3BB006219}" destId="{244AAC93-7DD2-B84C-B48B-19654493EA80}" srcOrd="0" destOrd="0" presId="urn:microsoft.com/office/officeart/2017/3/layout/DropPinTimeline"/>
    <dgm:cxn modelId="{B359F172-D58C-4C35-96F7-53F0B2451478}" srcId="{9E0C24E8-FC3A-4DEC-AF7F-F9C670B7A2FB}" destId="{489899F8-47FF-4196-912D-9DDF65F785F0}" srcOrd="3" destOrd="0" parTransId="{F01724EF-237B-4092-BFDA-90F884642A36}" sibTransId="{A08BF498-7ED0-4822-8B31-CFDC8E6DBB65}"/>
    <dgm:cxn modelId="{53B1CD57-CC54-C943-A925-7F81B5A9B5C5}" type="presOf" srcId="{9E0C24E8-FC3A-4DEC-AF7F-F9C670B7A2FB}" destId="{4213880F-D151-BD48-9BC3-E894CFA7ED19}" srcOrd="0" destOrd="0" presId="urn:microsoft.com/office/officeart/2017/3/layout/DropPinTimeline"/>
    <dgm:cxn modelId="{3C63E792-BC72-4FFE-A07D-FC59281941F0}" srcId="{9E0C24E8-FC3A-4DEC-AF7F-F9C670B7A2FB}" destId="{7F0E04BC-914F-4343-8FF4-B298BAAE6CCC}" srcOrd="0" destOrd="0" parTransId="{E85A9F24-CE86-40A3-A20F-44B5035C77B5}" sibTransId="{D29DCE99-B777-4E87-8FF0-573395632F36}"/>
    <dgm:cxn modelId="{3485CAA1-841A-4490-A39F-DD88E42AC80F}" srcId="{489899F8-47FF-4196-912D-9DDF65F785F0}" destId="{D6D7BAF8-7E4C-4226-A7C6-A90F3F4C400C}" srcOrd="0" destOrd="0" parTransId="{3E091DC6-1150-4049-AA39-E04617F5DADB}" sibTransId="{27D8E099-F90B-473B-9743-5A142DA8FEEB}"/>
    <dgm:cxn modelId="{4BA590A5-3A7D-8D41-8988-4217292AA72F}" type="presOf" srcId="{E2F1FA1F-DF54-4977-9979-CDC10178002C}" destId="{846CBB5F-0B1F-1F4E-B4A8-BA52598F1859}" srcOrd="0" destOrd="0" presId="urn:microsoft.com/office/officeart/2017/3/layout/DropPinTimeline"/>
    <dgm:cxn modelId="{2A8497AB-081F-5D48-91CA-3E6DE1FF2B24}" type="presOf" srcId="{47D0FBDD-52B5-48A6-A05A-92094375E4AA}" destId="{24992666-2D57-B34D-8593-5B26C093A552}" srcOrd="0" destOrd="0" presId="urn:microsoft.com/office/officeart/2017/3/layout/DropPinTimeline"/>
    <dgm:cxn modelId="{30F5CABA-0454-470F-89ED-0290748819A3}" srcId="{47D0FBDD-52B5-48A6-A05A-92094375E4AA}" destId="{E2F1FA1F-DF54-4977-9979-CDC10178002C}" srcOrd="0" destOrd="0" parTransId="{4558DD20-6866-48B8-A300-8D74D7D3E981}" sibTransId="{82C024D0-45F0-4CE5-9966-908762846052}"/>
    <dgm:cxn modelId="{4B9898BC-39C8-2E44-8D65-41370129EC6E}" type="presOf" srcId="{B1969BD9-6671-4D01-826D-A67753629750}" destId="{C3EB8DA4-B1FC-CF40-8929-572786633D79}" srcOrd="0" destOrd="0" presId="urn:microsoft.com/office/officeart/2017/3/layout/DropPinTimeline"/>
    <dgm:cxn modelId="{74AF13C8-1BDF-7D47-95E0-BD71CFA44744}" type="presOf" srcId="{641FCAAB-2A82-4C70-A4C2-1AD8E445DE25}" destId="{F1BBB37A-75B4-2F4C-88EB-E737AF66FD11}" srcOrd="0" destOrd="0" presId="urn:microsoft.com/office/officeart/2017/3/layout/DropPinTimeline"/>
    <dgm:cxn modelId="{EFE510CC-0E66-D741-A2A1-29DF9EAF84D4}" type="presOf" srcId="{D6D7BAF8-7E4C-4226-A7C6-A90F3F4C400C}" destId="{2D445C00-4065-4242-B220-116B8E945181}" srcOrd="0" destOrd="0" presId="urn:microsoft.com/office/officeart/2017/3/layout/DropPinTimeline"/>
    <dgm:cxn modelId="{C1E0E2D6-CE98-40B0-86CC-14586965B877}" srcId="{641FCAAB-2A82-4C70-A4C2-1AD8E445DE25}" destId="{B1969BD9-6671-4D01-826D-A67753629750}" srcOrd="0" destOrd="0" parTransId="{C76AFD8C-9B2F-45C8-A96B-E464039EB35D}" sibTransId="{85F83AE8-6D87-458D-87C1-D0F9E9646007}"/>
    <dgm:cxn modelId="{61E514D7-F896-4DDD-AA84-28322F63C053}" srcId="{9E0C24E8-FC3A-4DEC-AF7F-F9C670B7A2FB}" destId="{36080CF8-6E59-421C-9D5A-E4DA96A7AC83}" srcOrd="1" destOrd="0" parTransId="{6EE135A6-A3A0-4763-9A20-BF70F0A2012E}" sibTransId="{1FC7DD2E-3AB0-4951-8718-B344ABA2D2D5}"/>
    <dgm:cxn modelId="{75EA25D8-9608-3940-B514-8D81D628873A}" type="presOf" srcId="{AD93FDAD-CD1A-40E9-B9FE-4C1C87112427}" destId="{66592D60-E1DF-3F47-9C44-6728E265FB24}" srcOrd="0" destOrd="0" presId="urn:microsoft.com/office/officeart/2017/3/layout/DropPinTimeline"/>
    <dgm:cxn modelId="{04D1ACE2-4434-4BD1-A24C-E65B3E80E7B4}" srcId="{9E0C24E8-FC3A-4DEC-AF7F-F9C670B7A2FB}" destId="{47D0FBDD-52B5-48A6-A05A-92094375E4AA}" srcOrd="4" destOrd="0" parTransId="{8FA79EEC-3AC0-41F2-90D7-7CF120DA09F8}" sibTransId="{C48AA059-5C8F-42C0-AEA2-1BEAE68DD728}"/>
    <dgm:cxn modelId="{561D039B-455C-7648-B41B-6F7DD1F5FEE1}" type="presParOf" srcId="{4213880F-D151-BD48-9BC3-E894CFA7ED19}" destId="{01804E32-179F-9745-A9A8-E2884F7706CB}" srcOrd="0" destOrd="0" presId="urn:microsoft.com/office/officeart/2017/3/layout/DropPinTimeline"/>
    <dgm:cxn modelId="{7E20CC60-1F25-0D47-83FC-3420F3F678D2}" type="presParOf" srcId="{4213880F-D151-BD48-9BC3-E894CFA7ED19}" destId="{2A08DDBF-88D4-9147-8EB2-D0C4A2BF6085}" srcOrd="1" destOrd="0" presId="urn:microsoft.com/office/officeart/2017/3/layout/DropPinTimeline"/>
    <dgm:cxn modelId="{75A337E4-D675-2844-AD11-EEFE2F5E258C}" type="presParOf" srcId="{2A08DDBF-88D4-9147-8EB2-D0C4A2BF6085}" destId="{ED38CD7E-45E2-DB4A-B568-339EA12292BA}" srcOrd="0" destOrd="0" presId="urn:microsoft.com/office/officeart/2017/3/layout/DropPinTimeline"/>
    <dgm:cxn modelId="{31471E65-9713-D84A-A161-679463A13006}" type="presParOf" srcId="{ED38CD7E-45E2-DB4A-B568-339EA12292BA}" destId="{EA030CE7-C4CD-C64D-A0F9-57A2D81CE94D}" srcOrd="0" destOrd="0" presId="urn:microsoft.com/office/officeart/2017/3/layout/DropPinTimeline"/>
    <dgm:cxn modelId="{E4FB4FA4-237B-7F41-B01B-7595DE3ACC58}" type="presParOf" srcId="{ED38CD7E-45E2-DB4A-B568-339EA12292BA}" destId="{2359A0EC-5CD8-9544-B4A4-3ECC863ED555}" srcOrd="1" destOrd="0" presId="urn:microsoft.com/office/officeart/2017/3/layout/DropPinTimeline"/>
    <dgm:cxn modelId="{9D2FC637-5045-7746-AE63-6B6EB67B8888}" type="presParOf" srcId="{2359A0EC-5CD8-9544-B4A4-3ECC863ED555}" destId="{F6A747A5-D414-344E-B8A0-CB587A895300}" srcOrd="0" destOrd="0" presId="urn:microsoft.com/office/officeart/2017/3/layout/DropPinTimeline"/>
    <dgm:cxn modelId="{788880F7-A670-174B-A35F-D0740FDA3FA4}" type="presParOf" srcId="{2359A0EC-5CD8-9544-B4A4-3ECC863ED555}" destId="{7DDD2229-02F8-874D-8E4C-3D470AA60965}" srcOrd="1" destOrd="0" presId="urn:microsoft.com/office/officeart/2017/3/layout/DropPinTimeline"/>
    <dgm:cxn modelId="{189CB2A7-96A0-9E4F-AA85-C1BE90444498}" type="presParOf" srcId="{ED38CD7E-45E2-DB4A-B568-339EA12292BA}" destId="{244AAC93-7DD2-B84C-B48B-19654493EA80}" srcOrd="2" destOrd="0" presId="urn:microsoft.com/office/officeart/2017/3/layout/DropPinTimeline"/>
    <dgm:cxn modelId="{642BF85C-63A0-8549-B78B-09EBB6C00171}" type="presParOf" srcId="{ED38CD7E-45E2-DB4A-B568-339EA12292BA}" destId="{C1A4CC6F-F60E-7140-A98A-7FF414B51030}" srcOrd="3" destOrd="0" presId="urn:microsoft.com/office/officeart/2017/3/layout/DropPinTimeline"/>
    <dgm:cxn modelId="{D14C422A-40E3-774A-9BE3-D24452A550B7}" type="presParOf" srcId="{ED38CD7E-45E2-DB4A-B568-339EA12292BA}" destId="{EAE4C827-8C3D-6346-85DD-2E0109260ADC}" srcOrd="4" destOrd="0" presId="urn:microsoft.com/office/officeart/2017/3/layout/DropPinTimeline"/>
    <dgm:cxn modelId="{EBCE45F6-341E-544C-BD62-96FF97329ECF}" type="presParOf" srcId="{ED38CD7E-45E2-DB4A-B568-339EA12292BA}" destId="{3E3DB99B-61D9-464D-BE61-EF38A9FC91C1}" srcOrd="5" destOrd="0" presId="urn:microsoft.com/office/officeart/2017/3/layout/DropPinTimeline"/>
    <dgm:cxn modelId="{3C9A8764-DB9E-0846-8876-F3EC271B0C19}" type="presParOf" srcId="{2A08DDBF-88D4-9147-8EB2-D0C4A2BF6085}" destId="{1F15F97D-4659-5E43-B94D-2270739A8211}" srcOrd="1" destOrd="0" presId="urn:microsoft.com/office/officeart/2017/3/layout/DropPinTimeline"/>
    <dgm:cxn modelId="{9B0DBE06-E25B-8C4B-AB2E-B6E5766AD2D9}" type="presParOf" srcId="{2A08DDBF-88D4-9147-8EB2-D0C4A2BF6085}" destId="{9465BB77-4CFE-784E-86B0-13D1F4CAC2F6}" srcOrd="2" destOrd="0" presId="urn:microsoft.com/office/officeart/2017/3/layout/DropPinTimeline"/>
    <dgm:cxn modelId="{1A726E7A-710C-9245-AA22-9BA9E7C93176}" type="presParOf" srcId="{9465BB77-4CFE-784E-86B0-13D1F4CAC2F6}" destId="{7BD7A81B-4DE2-DE4F-9929-9D0BBC248467}" srcOrd="0" destOrd="0" presId="urn:microsoft.com/office/officeart/2017/3/layout/DropPinTimeline"/>
    <dgm:cxn modelId="{21CAECFA-E5E3-1041-A9E6-33BE187E432E}" type="presParOf" srcId="{9465BB77-4CFE-784E-86B0-13D1F4CAC2F6}" destId="{4E18C2FD-C19E-3849-A7FE-A72C7B8FEA2A}" srcOrd="1" destOrd="0" presId="urn:microsoft.com/office/officeart/2017/3/layout/DropPinTimeline"/>
    <dgm:cxn modelId="{C28C6C42-2D29-4D45-BFC4-F261C11CD519}" type="presParOf" srcId="{4E18C2FD-C19E-3849-A7FE-A72C7B8FEA2A}" destId="{10ED981F-D2FE-934D-8877-DCEF0EF75443}" srcOrd="0" destOrd="0" presId="urn:microsoft.com/office/officeart/2017/3/layout/DropPinTimeline"/>
    <dgm:cxn modelId="{036986A3-F1F4-1947-87F0-6E2FFF65F1DF}" type="presParOf" srcId="{4E18C2FD-C19E-3849-A7FE-A72C7B8FEA2A}" destId="{B2E280D5-CCB1-6E43-BBB6-4599680729ED}" srcOrd="1" destOrd="0" presId="urn:microsoft.com/office/officeart/2017/3/layout/DropPinTimeline"/>
    <dgm:cxn modelId="{965E81BA-39B8-E740-B2AD-4236485093FD}" type="presParOf" srcId="{9465BB77-4CFE-784E-86B0-13D1F4CAC2F6}" destId="{66592D60-E1DF-3F47-9C44-6728E265FB24}" srcOrd="2" destOrd="0" presId="urn:microsoft.com/office/officeart/2017/3/layout/DropPinTimeline"/>
    <dgm:cxn modelId="{87BCE729-9B2C-5A4A-A3E0-0F55E7CBE98F}" type="presParOf" srcId="{9465BB77-4CFE-784E-86B0-13D1F4CAC2F6}" destId="{ED308ABE-A566-F640-B205-FF2555B16FB8}" srcOrd="3" destOrd="0" presId="urn:microsoft.com/office/officeart/2017/3/layout/DropPinTimeline"/>
    <dgm:cxn modelId="{6F8D336C-7004-2B4D-9136-56C46F7D83FE}" type="presParOf" srcId="{9465BB77-4CFE-784E-86B0-13D1F4CAC2F6}" destId="{93A07478-2D60-2E4A-B6C1-9E655BC11D0B}" srcOrd="4" destOrd="0" presId="urn:microsoft.com/office/officeart/2017/3/layout/DropPinTimeline"/>
    <dgm:cxn modelId="{515709E1-4CD0-4741-A995-17EE7457A477}" type="presParOf" srcId="{9465BB77-4CFE-784E-86B0-13D1F4CAC2F6}" destId="{68423F0F-3F5B-714D-8355-C1819AD37B48}" srcOrd="5" destOrd="0" presId="urn:microsoft.com/office/officeart/2017/3/layout/DropPinTimeline"/>
    <dgm:cxn modelId="{968C61CE-9E39-1A42-8ACA-25369D0818B3}" type="presParOf" srcId="{2A08DDBF-88D4-9147-8EB2-D0C4A2BF6085}" destId="{D2977DCA-8352-EC4A-A7E1-818680A3032F}" srcOrd="3" destOrd="0" presId="urn:microsoft.com/office/officeart/2017/3/layout/DropPinTimeline"/>
    <dgm:cxn modelId="{B041F54F-5048-DB49-BC9C-06158D5A5EAB}" type="presParOf" srcId="{2A08DDBF-88D4-9147-8EB2-D0C4A2BF6085}" destId="{3F6D900D-CFBF-6442-88D9-81525B16EBDD}" srcOrd="4" destOrd="0" presId="urn:microsoft.com/office/officeart/2017/3/layout/DropPinTimeline"/>
    <dgm:cxn modelId="{397B8929-2E83-5C4A-8EA8-B3BC23FE9BAD}" type="presParOf" srcId="{3F6D900D-CFBF-6442-88D9-81525B16EBDD}" destId="{B6718472-4BDB-4246-8EBB-C528197436E6}" srcOrd="0" destOrd="0" presId="urn:microsoft.com/office/officeart/2017/3/layout/DropPinTimeline"/>
    <dgm:cxn modelId="{246C60F8-43BB-AD40-B2E0-7FCFC2F4F02B}" type="presParOf" srcId="{3F6D900D-CFBF-6442-88D9-81525B16EBDD}" destId="{CC07220B-61D4-644B-8E4E-06EBD3F1C965}" srcOrd="1" destOrd="0" presId="urn:microsoft.com/office/officeart/2017/3/layout/DropPinTimeline"/>
    <dgm:cxn modelId="{D60A3E57-8C09-BE4B-A82A-886AF280773B}" type="presParOf" srcId="{CC07220B-61D4-644B-8E4E-06EBD3F1C965}" destId="{2FCE62B9-2C9D-1D47-A096-76E6E001171C}" srcOrd="0" destOrd="0" presId="urn:microsoft.com/office/officeart/2017/3/layout/DropPinTimeline"/>
    <dgm:cxn modelId="{7FBE191F-5D5F-F844-BA35-4EFED744585B}" type="presParOf" srcId="{CC07220B-61D4-644B-8E4E-06EBD3F1C965}" destId="{A082254B-E3B9-D943-89EC-8245ECF6931E}" srcOrd="1" destOrd="0" presId="urn:microsoft.com/office/officeart/2017/3/layout/DropPinTimeline"/>
    <dgm:cxn modelId="{72268A2F-6FF9-B145-BD8F-88BE078BD137}" type="presParOf" srcId="{3F6D900D-CFBF-6442-88D9-81525B16EBDD}" destId="{C3EB8DA4-B1FC-CF40-8929-572786633D79}" srcOrd="2" destOrd="0" presId="urn:microsoft.com/office/officeart/2017/3/layout/DropPinTimeline"/>
    <dgm:cxn modelId="{BE424FC6-2CC4-374F-A1ED-0A5668BE2206}" type="presParOf" srcId="{3F6D900D-CFBF-6442-88D9-81525B16EBDD}" destId="{F1BBB37A-75B4-2F4C-88EB-E737AF66FD11}" srcOrd="3" destOrd="0" presId="urn:microsoft.com/office/officeart/2017/3/layout/DropPinTimeline"/>
    <dgm:cxn modelId="{B85452F8-BA46-F945-8743-089E8A52D449}" type="presParOf" srcId="{3F6D900D-CFBF-6442-88D9-81525B16EBDD}" destId="{623175D4-9F60-DC44-9DB2-105A67FD2778}" srcOrd="4" destOrd="0" presId="urn:microsoft.com/office/officeart/2017/3/layout/DropPinTimeline"/>
    <dgm:cxn modelId="{4F604964-43F1-1A4D-A1C2-41A2952E80A4}" type="presParOf" srcId="{3F6D900D-CFBF-6442-88D9-81525B16EBDD}" destId="{D170AAD4-7130-F14D-8755-255A3A6554D4}" srcOrd="5" destOrd="0" presId="urn:microsoft.com/office/officeart/2017/3/layout/DropPinTimeline"/>
    <dgm:cxn modelId="{19ACC579-027C-E24E-ACCC-3FE6841B6D6E}" type="presParOf" srcId="{2A08DDBF-88D4-9147-8EB2-D0C4A2BF6085}" destId="{9FAC2AE8-7EEA-6848-870E-D4253A515C10}" srcOrd="5" destOrd="0" presId="urn:microsoft.com/office/officeart/2017/3/layout/DropPinTimeline"/>
    <dgm:cxn modelId="{C8B13023-E3A5-8F44-A107-0184F3F3664C}" type="presParOf" srcId="{2A08DDBF-88D4-9147-8EB2-D0C4A2BF6085}" destId="{799309E2-1475-1D49-B548-7D04E98FD230}" srcOrd="6" destOrd="0" presId="urn:microsoft.com/office/officeart/2017/3/layout/DropPinTimeline"/>
    <dgm:cxn modelId="{90D53C71-4E3D-2642-853C-6236796EB2F0}" type="presParOf" srcId="{799309E2-1475-1D49-B548-7D04E98FD230}" destId="{6F80DD8C-4112-C943-AC2C-8F66C65EDB5D}" srcOrd="0" destOrd="0" presId="urn:microsoft.com/office/officeart/2017/3/layout/DropPinTimeline"/>
    <dgm:cxn modelId="{01A9F42D-D408-7146-BAA6-0D0FAF7CA8AC}" type="presParOf" srcId="{799309E2-1475-1D49-B548-7D04E98FD230}" destId="{FE818043-DE83-7945-8D2D-7F71F1B86C4A}" srcOrd="1" destOrd="0" presId="urn:microsoft.com/office/officeart/2017/3/layout/DropPinTimeline"/>
    <dgm:cxn modelId="{F2C413E1-9CF8-1C4A-A317-6B31D934FDC1}" type="presParOf" srcId="{FE818043-DE83-7945-8D2D-7F71F1B86C4A}" destId="{84F37802-3DD3-DE44-A998-6FB541F2065F}" srcOrd="0" destOrd="0" presId="urn:microsoft.com/office/officeart/2017/3/layout/DropPinTimeline"/>
    <dgm:cxn modelId="{DD7257E2-C029-8745-A4C2-9B204F960197}" type="presParOf" srcId="{FE818043-DE83-7945-8D2D-7F71F1B86C4A}" destId="{31F59D55-1FAB-0E40-A246-0650FB44EEB1}" srcOrd="1" destOrd="0" presId="urn:microsoft.com/office/officeart/2017/3/layout/DropPinTimeline"/>
    <dgm:cxn modelId="{CC847877-0495-7640-AB9F-CF853F0E9003}" type="presParOf" srcId="{799309E2-1475-1D49-B548-7D04E98FD230}" destId="{2D445C00-4065-4242-B220-116B8E945181}" srcOrd="2" destOrd="0" presId="urn:microsoft.com/office/officeart/2017/3/layout/DropPinTimeline"/>
    <dgm:cxn modelId="{CB7BCF5E-33A0-B940-834D-BC2489A61B48}" type="presParOf" srcId="{799309E2-1475-1D49-B548-7D04E98FD230}" destId="{3F91C410-E2B6-7A47-83B3-845817B2B6CD}" srcOrd="3" destOrd="0" presId="urn:microsoft.com/office/officeart/2017/3/layout/DropPinTimeline"/>
    <dgm:cxn modelId="{85B0F87D-27E8-D54D-A475-94BEE28810CC}" type="presParOf" srcId="{799309E2-1475-1D49-B548-7D04E98FD230}" destId="{335A0E44-DD62-1D4D-B477-A4EA9D4C0F8F}" srcOrd="4" destOrd="0" presId="urn:microsoft.com/office/officeart/2017/3/layout/DropPinTimeline"/>
    <dgm:cxn modelId="{88EC9744-88A5-DC48-8B2A-C0369C20D104}" type="presParOf" srcId="{799309E2-1475-1D49-B548-7D04E98FD230}" destId="{8480E2BA-AD9E-004C-80AE-0F90B0404BEA}" srcOrd="5" destOrd="0" presId="urn:microsoft.com/office/officeart/2017/3/layout/DropPinTimeline"/>
    <dgm:cxn modelId="{FDD1199B-8606-ED41-944F-6F2508068D3E}" type="presParOf" srcId="{2A08DDBF-88D4-9147-8EB2-D0C4A2BF6085}" destId="{89CB3162-E93C-3C40-B1E6-D6D031708587}" srcOrd="7" destOrd="0" presId="urn:microsoft.com/office/officeart/2017/3/layout/DropPinTimeline"/>
    <dgm:cxn modelId="{15ACE5D6-6077-5C42-BED9-44AE8C1D6E80}" type="presParOf" srcId="{2A08DDBF-88D4-9147-8EB2-D0C4A2BF6085}" destId="{18D5F4B9-DD3B-EB4B-93CA-B3C24A6AD0BB}" srcOrd="8" destOrd="0" presId="urn:microsoft.com/office/officeart/2017/3/layout/DropPinTimeline"/>
    <dgm:cxn modelId="{143C6A5A-EE9F-EA40-843F-38BEA7E4097F}" type="presParOf" srcId="{18D5F4B9-DD3B-EB4B-93CA-B3C24A6AD0BB}" destId="{B92C9D07-C853-9C47-9B50-1D682EEDCA3E}" srcOrd="0" destOrd="0" presId="urn:microsoft.com/office/officeart/2017/3/layout/DropPinTimeline"/>
    <dgm:cxn modelId="{24DD80D9-0C33-8B4A-89EB-56ED60D6E108}" type="presParOf" srcId="{18D5F4B9-DD3B-EB4B-93CA-B3C24A6AD0BB}" destId="{DFD238FB-1C43-A74F-B29A-2CAF00EBB83C}" srcOrd="1" destOrd="0" presId="urn:microsoft.com/office/officeart/2017/3/layout/DropPinTimeline"/>
    <dgm:cxn modelId="{0E795876-2F5F-1443-B27B-1CE6A019678F}" type="presParOf" srcId="{DFD238FB-1C43-A74F-B29A-2CAF00EBB83C}" destId="{435E3E34-1D9E-774B-8432-DFEC7F5D1614}" srcOrd="0" destOrd="0" presId="urn:microsoft.com/office/officeart/2017/3/layout/DropPinTimeline"/>
    <dgm:cxn modelId="{4BD79972-EADB-A644-B72D-B5D503105EA1}" type="presParOf" srcId="{DFD238FB-1C43-A74F-B29A-2CAF00EBB83C}" destId="{17C41475-6424-DC4C-A75E-BC171CC41863}" srcOrd="1" destOrd="0" presId="urn:microsoft.com/office/officeart/2017/3/layout/DropPinTimeline"/>
    <dgm:cxn modelId="{65B64B2C-93D5-3040-885A-1247D33CF1F8}" type="presParOf" srcId="{18D5F4B9-DD3B-EB4B-93CA-B3C24A6AD0BB}" destId="{846CBB5F-0B1F-1F4E-B4A8-BA52598F1859}" srcOrd="2" destOrd="0" presId="urn:microsoft.com/office/officeart/2017/3/layout/DropPinTimeline"/>
    <dgm:cxn modelId="{30F12C9D-EF6C-4047-AA84-F21286FECCA2}" type="presParOf" srcId="{18D5F4B9-DD3B-EB4B-93CA-B3C24A6AD0BB}" destId="{24992666-2D57-B34D-8593-5B26C093A552}" srcOrd="3" destOrd="0" presId="urn:microsoft.com/office/officeart/2017/3/layout/DropPinTimeline"/>
    <dgm:cxn modelId="{2A06A027-623F-C043-8EB3-73A5B0F4A248}" type="presParOf" srcId="{18D5F4B9-DD3B-EB4B-93CA-B3C24A6AD0BB}" destId="{06DCD273-9A9D-0747-8324-26E863F4295A}" srcOrd="4" destOrd="0" presId="urn:microsoft.com/office/officeart/2017/3/layout/DropPinTimeline"/>
    <dgm:cxn modelId="{FE5962F2-3998-914B-AA03-11712B15E10A}" type="presParOf" srcId="{18D5F4B9-DD3B-EB4B-93CA-B3C24A6AD0BB}" destId="{C0D7FFC5-79D3-3649-8AAD-B23285D51D96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3CCCA5-E90F-4E70-A814-E302552B45BB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5372ED6-F14E-4E52-B225-4E7AC189E025}">
      <dgm:prSet/>
      <dgm:spPr/>
      <dgm:t>
        <a:bodyPr/>
        <a:lstStyle/>
        <a:p>
          <a:pPr>
            <a:defRPr b="1"/>
          </a:pPr>
          <a:r>
            <a:rPr lang="en-IN" i="1"/>
            <a:t>ABC programming language</a:t>
          </a:r>
          <a:r>
            <a:rPr lang="en-IN"/>
            <a:t> is said to be the predecessor of Python language which was capable of Exception Handling and interfacing with Amoeba Operating System.</a:t>
          </a:r>
          <a:endParaRPr lang="en-US"/>
        </a:p>
      </dgm:t>
    </dgm:pt>
    <dgm:pt modelId="{351AFC41-5A58-46DA-B71F-DA8B72CE9FB9}" type="parTrans" cxnId="{A016B6F7-D695-464B-975B-5997312354ED}">
      <dgm:prSet/>
      <dgm:spPr/>
      <dgm:t>
        <a:bodyPr/>
        <a:lstStyle/>
        <a:p>
          <a:endParaRPr lang="en-US"/>
        </a:p>
      </dgm:t>
    </dgm:pt>
    <dgm:pt modelId="{2E66B17F-E061-41B9-9574-22E8FB819C2C}" type="sibTrans" cxnId="{A016B6F7-D695-464B-975B-5997312354ED}">
      <dgm:prSet/>
      <dgm:spPr/>
      <dgm:t>
        <a:bodyPr/>
        <a:lstStyle/>
        <a:p>
          <a:endParaRPr lang="en-US"/>
        </a:p>
      </dgm:t>
    </dgm:pt>
    <dgm:pt modelId="{049F72F9-C2EA-47AA-817D-17A42A538A93}">
      <dgm:prSet/>
      <dgm:spPr/>
      <dgm:t>
        <a:bodyPr/>
        <a:lstStyle/>
        <a:p>
          <a:pPr>
            <a:defRPr b="1"/>
          </a:pPr>
          <a:r>
            <a:rPr lang="en-IN"/>
            <a:t>Python is influenced by following programming languages:</a:t>
          </a:r>
          <a:endParaRPr lang="en-US"/>
        </a:p>
      </dgm:t>
    </dgm:pt>
    <dgm:pt modelId="{C4D3ACB8-4CC3-4D2A-ABA8-B27D2A8CF685}" type="parTrans" cxnId="{EC1D5BF1-F452-4C2B-AF63-ED746F260F48}">
      <dgm:prSet/>
      <dgm:spPr/>
      <dgm:t>
        <a:bodyPr/>
        <a:lstStyle/>
        <a:p>
          <a:endParaRPr lang="en-US"/>
        </a:p>
      </dgm:t>
    </dgm:pt>
    <dgm:pt modelId="{57BC1C10-8D95-4BD1-B875-65A2E5C65914}" type="sibTrans" cxnId="{EC1D5BF1-F452-4C2B-AF63-ED746F260F48}">
      <dgm:prSet/>
      <dgm:spPr/>
      <dgm:t>
        <a:bodyPr/>
        <a:lstStyle/>
        <a:p>
          <a:endParaRPr lang="en-US"/>
        </a:p>
      </dgm:t>
    </dgm:pt>
    <dgm:pt modelId="{2AC10CC0-9CF6-49E5-9B52-05C45BF0ADFE}">
      <dgm:prSet/>
      <dgm:spPr/>
      <dgm:t>
        <a:bodyPr/>
        <a:lstStyle/>
        <a:p>
          <a:r>
            <a:rPr lang="en-IN"/>
            <a:t>ABC language.</a:t>
          </a:r>
          <a:endParaRPr lang="en-US"/>
        </a:p>
      </dgm:t>
    </dgm:pt>
    <dgm:pt modelId="{85242AD4-D68D-41C8-8447-B94A788C1F15}" type="parTrans" cxnId="{D458DD6C-DCCC-4CF3-98A9-066FB9001C5F}">
      <dgm:prSet/>
      <dgm:spPr/>
      <dgm:t>
        <a:bodyPr/>
        <a:lstStyle/>
        <a:p>
          <a:endParaRPr lang="en-US"/>
        </a:p>
      </dgm:t>
    </dgm:pt>
    <dgm:pt modelId="{88DA65E4-0BBD-4AA6-81AB-CA04D79551CA}" type="sibTrans" cxnId="{D458DD6C-DCCC-4CF3-98A9-066FB9001C5F}">
      <dgm:prSet/>
      <dgm:spPr/>
      <dgm:t>
        <a:bodyPr/>
        <a:lstStyle/>
        <a:p>
          <a:endParaRPr lang="en-US"/>
        </a:p>
      </dgm:t>
    </dgm:pt>
    <dgm:pt modelId="{AB48B583-444B-425C-965D-A4943A22E922}">
      <dgm:prSet/>
      <dgm:spPr/>
      <dgm:t>
        <a:bodyPr/>
        <a:lstStyle/>
        <a:p>
          <a:r>
            <a:rPr lang="en-IN"/>
            <a:t>Modula-3</a:t>
          </a:r>
          <a:endParaRPr lang="en-US"/>
        </a:p>
      </dgm:t>
    </dgm:pt>
    <dgm:pt modelId="{5FBE3543-081F-462C-B91F-C4D487A19D47}" type="parTrans" cxnId="{27EEBA79-62AF-4538-BE46-7ECF46F00048}">
      <dgm:prSet/>
      <dgm:spPr/>
      <dgm:t>
        <a:bodyPr/>
        <a:lstStyle/>
        <a:p>
          <a:endParaRPr lang="en-US"/>
        </a:p>
      </dgm:t>
    </dgm:pt>
    <dgm:pt modelId="{F71CEDE8-7F9D-45BF-A1FB-E1794E09A93F}" type="sibTrans" cxnId="{27EEBA79-62AF-4538-BE46-7ECF46F00048}">
      <dgm:prSet/>
      <dgm:spPr/>
      <dgm:t>
        <a:bodyPr/>
        <a:lstStyle/>
        <a:p>
          <a:endParaRPr lang="en-US"/>
        </a:p>
      </dgm:t>
    </dgm:pt>
    <dgm:pt modelId="{43E344E7-27A7-4E06-8B54-7D776F6B8241}" type="pres">
      <dgm:prSet presAssocID="{AE3CCCA5-E90F-4E70-A814-E302552B45BB}" presName="root" presStyleCnt="0">
        <dgm:presLayoutVars>
          <dgm:dir/>
          <dgm:resizeHandles val="exact"/>
        </dgm:presLayoutVars>
      </dgm:prSet>
      <dgm:spPr/>
    </dgm:pt>
    <dgm:pt modelId="{B55E225E-0140-4013-A8DC-24722638EA25}" type="pres">
      <dgm:prSet presAssocID="{85372ED6-F14E-4E52-B225-4E7AC189E025}" presName="compNode" presStyleCnt="0"/>
      <dgm:spPr/>
    </dgm:pt>
    <dgm:pt modelId="{8AB0A610-DE9D-42AD-B31D-6BA85B50902D}" type="pres">
      <dgm:prSet presAssocID="{85372ED6-F14E-4E52-B225-4E7AC189E025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D888BA0-2691-47B1-BDB1-0253EE09F83F}" type="pres">
      <dgm:prSet presAssocID="{85372ED6-F14E-4E52-B225-4E7AC189E025}" presName="iconSpace" presStyleCnt="0"/>
      <dgm:spPr/>
    </dgm:pt>
    <dgm:pt modelId="{416B5677-79FD-4F9B-9FF3-245C124351B1}" type="pres">
      <dgm:prSet presAssocID="{85372ED6-F14E-4E52-B225-4E7AC189E025}" presName="parTx" presStyleLbl="revTx" presStyleIdx="0" presStyleCnt="4">
        <dgm:presLayoutVars>
          <dgm:chMax val="0"/>
          <dgm:chPref val="0"/>
        </dgm:presLayoutVars>
      </dgm:prSet>
      <dgm:spPr/>
    </dgm:pt>
    <dgm:pt modelId="{CFC78F35-6AA9-4F44-B8C5-429EEB820A48}" type="pres">
      <dgm:prSet presAssocID="{85372ED6-F14E-4E52-B225-4E7AC189E025}" presName="txSpace" presStyleCnt="0"/>
      <dgm:spPr/>
    </dgm:pt>
    <dgm:pt modelId="{AEDC7570-F807-42E7-AC73-F767A4F6F9B8}" type="pres">
      <dgm:prSet presAssocID="{85372ED6-F14E-4E52-B225-4E7AC189E025}" presName="desTx" presStyleLbl="revTx" presStyleIdx="1" presStyleCnt="4">
        <dgm:presLayoutVars/>
      </dgm:prSet>
      <dgm:spPr/>
    </dgm:pt>
    <dgm:pt modelId="{38DC2105-8626-4651-9905-56FE1488636B}" type="pres">
      <dgm:prSet presAssocID="{2E66B17F-E061-41B9-9574-22E8FB819C2C}" presName="sibTrans" presStyleCnt="0"/>
      <dgm:spPr/>
    </dgm:pt>
    <dgm:pt modelId="{019A79D1-BBB6-4C93-99CA-F79AB0A056AD}" type="pres">
      <dgm:prSet presAssocID="{049F72F9-C2EA-47AA-817D-17A42A538A93}" presName="compNode" presStyleCnt="0"/>
      <dgm:spPr/>
    </dgm:pt>
    <dgm:pt modelId="{5FA0B49A-C81A-4582-A3DE-8913808C46BA}" type="pres">
      <dgm:prSet presAssocID="{049F72F9-C2EA-47AA-817D-17A42A538A9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grammer"/>
        </a:ext>
      </dgm:extLst>
    </dgm:pt>
    <dgm:pt modelId="{EC328789-1C45-4081-947E-1EC27D1B384A}" type="pres">
      <dgm:prSet presAssocID="{049F72F9-C2EA-47AA-817D-17A42A538A93}" presName="iconSpace" presStyleCnt="0"/>
      <dgm:spPr/>
    </dgm:pt>
    <dgm:pt modelId="{03B80B82-1268-4A9A-AED4-256142FA6243}" type="pres">
      <dgm:prSet presAssocID="{049F72F9-C2EA-47AA-817D-17A42A538A93}" presName="parTx" presStyleLbl="revTx" presStyleIdx="2" presStyleCnt="4">
        <dgm:presLayoutVars>
          <dgm:chMax val="0"/>
          <dgm:chPref val="0"/>
        </dgm:presLayoutVars>
      </dgm:prSet>
      <dgm:spPr/>
    </dgm:pt>
    <dgm:pt modelId="{E9833F01-4720-46C3-9FDB-147CE435D798}" type="pres">
      <dgm:prSet presAssocID="{049F72F9-C2EA-47AA-817D-17A42A538A93}" presName="txSpace" presStyleCnt="0"/>
      <dgm:spPr/>
    </dgm:pt>
    <dgm:pt modelId="{2F3FEA29-0D8E-43C3-B4A1-9E4252F29590}" type="pres">
      <dgm:prSet presAssocID="{049F72F9-C2EA-47AA-817D-17A42A538A93}" presName="desTx" presStyleLbl="revTx" presStyleIdx="3" presStyleCnt="4">
        <dgm:presLayoutVars/>
      </dgm:prSet>
      <dgm:spPr/>
    </dgm:pt>
  </dgm:ptLst>
  <dgm:cxnLst>
    <dgm:cxn modelId="{D458DD6C-DCCC-4CF3-98A9-066FB9001C5F}" srcId="{049F72F9-C2EA-47AA-817D-17A42A538A93}" destId="{2AC10CC0-9CF6-49E5-9B52-05C45BF0ADFE}" srcOrd="0" destOrd="0" parTransId="{85242AD4-D68D-41C8-8447-B94A788C1F15}" sibTransId="{88DA65E4-0BBD-4AA6-81AB-CA04D79551CA}"/>
    <dgm:cxn modelId="{DD330C51-5376-4C66-9E30-43A2CEEDAEE2}" type="presOf" srcId="{2AC10CC0-9CF6-49E5-9B52-05C45BF0ADFE}" destId="{2F3FEA29-0D8E-43C3-B4A1-9E4252F29590}" srcOrd="0" destOrd="0" presId="urn:microsoft.com/office/officeart/2018/2/layout/IconLabelDescriptionList"/>
    <dgm:cxn modelId="{ED4E0C76-C451-4F6D-B2E0-5853AB777B74}" type="presOf" srcId="{049F72F9-C2EA-47AA-817D-17A42A538A93}" destId="{03B80B82-1268-4A9A-AED4-256142FA6243}" srcOrd="0" destOrd="0" presId="urn:microsoft.com/office/officeart/2018/2/layout/IconLabelDescriptionList"/>
    <dgm:cxn modelId="{27EEBA79-62AF-4538-BE46-7ECF46F00048}" srcId="{049F72F9-C2EA-47AA-817D-17A42A538A93}" destId="{AB48B583-444B-425C-965D-A4943A22E922}" srcOrd="1" destOrd="0" parTransId="{5FBE3543-081F-462C-B91F-C4D487A19D47}" sibTransId="{F71CEDE8-7F9D-45BF-A1FB-E1794E09A93F}"/>
    <dgm:cxn modelId="{1C9161A0-323F-4F47-842B-236BE193A300}" type="presOf" srcId="{85372ED6-F14E-4E52-B225-4E7AC189E025}" destId="{416B5677-79FD-4F9B-9FF3-245C124351B1}" srcOrd="0" destOrd="0" presId="urn:microsoft.com/office/officeart/2018/2/layout/IconLabelDescriptionList"/>
    <dgm:cxn modelId="{D953F2A0-5030-48D6-B5D2-292284ACCB2C}" type="presOf" srcId="{AB48B583-444B-425C-965D-A4943A22E922}" destId="{2F3FEA29-0D8E-43C3-B4A1-9E4252F29590}" srcOrd="0" destOrd="1" presId="urn:microsoft.com/office/officeart/2018/2/layout/IconLabelDescriptionList"/>
    <dgm:cxn modelId="{EC1D5BF1-F452-4C2B-AF63-ED746F260F48}" srcId="{AE3CCCA5-E90F-4E70-A814-E302552B45BB}" destId="{049F72F9-C2EA-47AA-817D-17A42A538A93}" srcOrd="1" destOrd="0" parTransId="{C4D3ACB8-4CC3-4D2A-ABA8-B27D2A8CF685}" sibTransId="{57BC1C10-8D95-4BD1-B875-65A2E5C65914}"/>
    <dgm:cxn modelId="{400256F4-82DE-4D56-ABCA-6448E4BA17EA}" type="presOf" srcId="{AE3CCCA5-E90F-4E70-A814-E302552B45BB}" destId="{43E344E7-27A7-4E06-8B54-7D776F6B8241}" srcOrd="0" destOrd="0" presId="urn:microsoft.com/office/officeart/2018/2/layout/IconLabelDescriptionList"/>
    <dgm:cxn modelId="{A016B6F7-D695-464B-975B-5997312354ED}" srcId="{AE3CCCA5-E90F-4E70-A814-E302552B45BB}" destId="{85372ED6-F14E-4E52-B225-4E7AC189E025}" srcOrd="0" destOrd="0" parTransId="{351AFC41-5A58-46DA-B71F-DA8B72CE9FB9}" sibTransId="{2E66B17F-E061-41B9-9574-22E8FB819C2C}"/>
    <dgm:cxn modelId="{74D7ABD9-910F-4054-9111-A668420D5F55}" type="presParOf" srcId="{43E344E7-27A7-4E06-8B54-7D776F6B8241}" destId="{B55E225E-0140-4013-A8DC-24722638EA25}" srcOrd="0" destOrd="0" presId="urn:microsoft.com/office/officeart/2018/2/layout/IconLabelDescriptionList"/>
    <dgm:cxn modelId="{6B27A17C-12E8-42BB-95DB-66A8C8DD89E3}" type="presParOf" srcId="{B55E225E-0140-4013-A8DC-24722638EA25}" destId="{8AB0A610-DE9D-42AD-B31D-6BA85B50902D}" srcOrd="0" destOrd="0" presId="urn:microsoft.com/office/officeart/2018/2/layout/IconLabelDescriptionList"/>
    <dgm:cxn modelId="{44F88ACC-1656-43EA-868F-463B28BAB013}" type="presParOf" srcId="{B55E225E-0140-4013-A8DC-24722638EA25}" destId="{7D888BA0-2691-47B1-BDB1-0253EE09F83F}" srcOrd="1" destOrd="0" presId="urn:microsoft.com/office/officeart/2018/2/layout/IconLabelDescriptionList"/>
    <dgm:cxn modelId="{D92506C6-22B2-4B0C-B61F-4BBE07797EA9}" type="presParOf" srcId="{B55E225E-0140-4013-A8DC-24722638EA25}" destId="{416B5677-79FD-4F9B-9FF3-245C124351B1}" srcOrd="2" destOrd="0" presId="urn:microsoft.com/office/officeart/2018/2/layout/IconLabelDescriptionList"/>
    <dgm:cxn modelId="{CE4F69F8-1F80-4F82-B93D-178343DC4209}" type="presParOf" srcId="{B55E225E-0140-4013-A8DC-24722638EA25}" destId="{CFC78F35-6AA9-4F44-B8C5-429EEB820A48}" srcOrd="3" destOrd="0" presId="urn:microsoft.com/office/officeart/2018/2/layout/IconLabelDescriptionList"/>
    <dgm:cxn modelId="{202023CD-2EB7-4AB3-99AB-53711478998E}" type="presParOf" srcId="{B55E225E-0140-4013-A8DC-24722638EA25}" destId="{AEDC7570-F807-42E7-AC73-F767A4F6F9B8}" srcOrd="4" destOrd="0" presId="urn:microsoft.com/office/officeart/2018/2/layout/IconLabelDescriptionList"/>
    <dgm:cxn modelId="{B89AB09F-D898-4F63-9F90-FB4331D925B7}" type="presParOf" srcId="{43E344E7-27A7-4E06-8B54-7D776F6B8241}" destId="{38DC2105-8626-4651-9905-56FE1488636B}" srcOrd="1" destOrd="0" presId="urn:microsoft.com/office/officeart/2018/2/layout/IconLabelDescriptionList"/>
    <dgm:cxn modelId="{04AC70CF-D7E4-4270-A044-364DCF018015}" type="presParOf" srcId="{43E344E7-27A7-4E06-8B54-7D776F6B8241}" destId="{019A79D1-BBB6-4C93-99CA-F79AB0A056AD}" srcOrd="2" destOrd="0" presId="urn:microsoft.com/office/officeart/2018/2/layout/IconLabelDescriptionList"/>
    <dgm:cxn modelId="{850B779A-FA69-467B-ADD7-904B820C78E4}" type="presParOf" srcId="{019A79D1-BBB6-4C93-99CA-F79AB0A056AD}" destId="{5FA0B49A-C81A-4582-A3DE-8913808C46BA}" srcOrd="0" destOrd="0" presId="urn:microsoft.com/office/officeart/2018/2/layout/IconLabelDescriptionList"/>
    <dgm:cxn modelId="{E33A5ECD-813F-4829-9E89-6169504C4994}" type="presParOf" srcId="{019A79D1-BBB6-4C93-99CA-F79AB0A056AD}" destId="{EC328789-1C45-4081-947E-1EC27D1B384A}" srcOrd="1" destOrd="0" presId="urn:microsoft.com/office/officeart/2018/2/layout/IconLabelDescriptionList"/>
    <dgm:cxn modelId="{98BB1305-9B3A-44BE-80F3-ACA8AA68FC85}" type="presParOf" srcId="{019A79D1-BBB6-4C93-99CA-F79AB0A056AD}" destId="{03B80B82-1268-4A9A-AED4-256142FA6243}" srcOrd="2" destOrd="0" presId="urn:microsoft.com/office/officeart/2018/2/layout/IconLabelDescriptionList"/>
    <dgm:cxn modelId="{E2CFC524-3B1E-42A2-9A10-A0D8741B0E3E}" type="presParOf" srcId="{019A79D1-BBB6-4C93-99CA-F79AB0A056AD}" destId="{E9833F01-4720-46C3-9FDB-147CE435D798}" srcOrd="3" destOrd="0" presId="urn:microsoft.com/office/officeart/2018/2/layout/IconLabelDescriptionList"/>
    <dgm:cxn modelId="{7BF79DFD-9196-47C3-9162-77C50B048449}" type="presParOf" srcId="{019A79D1-BBB6-4C93-99CA-F79AB0A056AD}" destId="{2F3FEA29-0D8E-43C3-B4A1-9E4252F2959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7977FD5-9157-4719-9874-8C6F2583524A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30518E32-D096-4B18-BE05-1EBF10E7A8AC}">
      <dgm:prSet/>
      <dgm:spPr/>
      <dgm:t>
        <a:bodyPr/>
        <a:lstStyle/>
        <a:p>
          <a:pPr>
            <a:defRPr cap="all"/>
          </a:pPr>
          <a:r>
            <a:rPr lang="en-IN"/>
            <a:t>Python is Popular</a:t>
          </a:r>
          <a:endParaRPr lang="en-US"/>
        </a:p>
      </dgm:t>
    </dgm:pt>
    <dgm:pt modelId="{01A70E9B-8874-4ADD-AD21-2AC1BEFAA665}" type="parTrans" cxnId="{6F3261B6-9719-4192-B8FE-B14AE02F25D1}">
      <dgm:prSet/>
      <dgm:spPr/>
      <dgm:t>
        <a:bodyPr/>
        <a:lstStyle/>
        <a:p>
          <a:endParaRPr lang="en-US"/>
        </a:p>
      </dgm:t>
    </dgm:pt>
    <dgm:pt modelId="{48DAD4BD-D722-4F47-8F8A-55A985ED801C}" type="sibTrans" cxnId="{6F3261B6-9719-4192-B8FE-B14AE02F25D1}">
      <dgm:prSet/>
      <dgm:spPr/>
      <dgm:t>
        <a:bodyPr/>
        <a:lstStyle/>
        <a:p>
          <a:endParaRPr lang="en-US"/>
        </a:p>
      </dgm:t>
    </dgm:pt>
    <dgm:pt modelId="{B2808591-D123-4FFD-8119-66C115FCDE88}">
      <dgm:prSet/>
      <dgm:spPr/>
      <dgm:t>
        <a:bodyPr/>
        <a:lstStyle/>
        <a:p>
          <a:pPr>
            <a:defRPr cap="all"/>
          </a:pPr>
          <a:r>
            <a:rPr lang="en-IN"/>
            <a:t>Python is Interpreted</a:t>
          </a:r>
          <a:endParaRPr lang="en-US"/>
        </a:p>
      </dgm:t>
    </dgm:pt>
    <dgm:pt modelId="{ADC51C0D-87B9-4EA4-B01A-2580C7521236}" type="parTrans" cxnId="{8B5853C5-CE1A-4F37-BA89-9BF80D7F0CF9}">
      <dgm:prSet/>
      <dgm:spPr/>
      <dgm:t>
        <a:bodyPr/>
        <a:lstStyle/>
        <a:p>
          <a:endParaRPr lang="en-US"/>
        </a:p>
      </dgm:t>
    </dgm:pt>
    <dgm:pt modelId="{28E3F91F-A9E2-4D27-89BC-EC6DF5BAE539}" type="sibTrans" cxnId="{8B5853C5-CE1A-4F37-BA89-9BF80D7F0CF9}">
      <dgm:prSet/>
      <dgm:spPr/>
      <dgm:t>
        <a:bodyPr/>
        <a:lstStyle/>
        <a:p>
          <a:endParaRPr lang="en-US"/>
        </a:p>
      </dgm:t>
    </dgm:pt>
    <dgm:pt modelId="{347942E9-4D2D-4E03-8FF7-DA838BAB32EE}">
      <dgm:prSet/>
      <dgm:spPr/>
      <dgm:t>
        <a:bodyPr/>
        <a:lstStyle/>
        <a:p>
          <a:pPr>
            <a:defRPr cap="all"/>
          </a:pPr>
          <a:r>
            <a:rPr lang="en-IN"/>
            <a:t>Python is Free</a:t>
          </a:r>
          <a:endParaRPr lang="en-US"/>
        </a:p>
      </dgm:t>
    </dgm:pt>
    <dgm:pt modelId="{FC88A839-21A3-48B9-8C6F-D46FCB0FF80D}" type="parTrans" cxnId="{3AC8D6C5-D747-42C6-A750-E966B41E358B}">
      <dgm:prSet/>
      <dgm:spPr/>
      <dgm:t>
        <a:bodyPr/>
        <a:lstStyle/>
        <a:p>
          <a:endParaRPr lang="en-US"/>
        </a:p>
      </dgm:t>
    </dgm:pt>
    <dgm:pt modelId="{E16CDA88-D9E4-4687-8106-9A99FFA024DD}" type="sibTrans" cxnId="{3AC8D6C5-D747-42C6-A750-E966B41E358B}">
      <dgm:prSet/>
      <dgm:spPr/>
      <dgm:t>
        <a:bodyPr/>
        <a:lstStyle/>
        <a:p>
          <a:endParaRPr lang="en-US"/>
        </a:p>
      </dgm:t>
    </dgm:pt>
    <dgm:pt modelId="{0272763E-7DFF-4678-87E4-8BDF9881E461}">
      <dgm:prSet/>
      <dgm:spPr/>
      <dgm:t>
        <a:bodyPr/>
        <a:lstStyle/>
        <a:p>
          <a:pPr>
            <a:defRPr cap="all"/>
          </a:pPr>
          <a:r>
            <a:rPr lang="en-IN"/>
            <a:t>Python is Simple</a:t>
          </a:r>
          <a:endParaRPr lang="en-US"/>
        </a:p>
      </dgm:t>
    </dgm:pt>
    <dgm:pt modelId="{0EC8D8EA-0894-4C3C-975A-A3E346454FCB}" type="parTrans" cxnId="{CCA06C49-8F84-4A27-8D92-1FC114C691F9}">
      <dgm:prSet/>
      <dgm:spPr/>
      <dgm:t>
        <a:bodyPr/>
        <a:lstStyle/>
        <a:p>
          <a:endParaRPr lang="en-US"/>
        </a:p>
      </dgm:t>
    </dgm:pt>
    <dgm:pt modelId="{E6825297-1401-4178-9489-E945BC4F088A}" type="sibTrans" cxnId="{CCA06C49-8F84-4A27-8D92-1FC114C691F9}">
      <dgm:prSet/>
      <dgm:spPr/>
      <dgm:t>
        <a:bodyPr/>
        <a:lstStyle/>
        <a:p>
          <a:endParaRPr lang="en-US"/>
        </a:p>
      </dgm:t>
    </dgm:pt>
    <dgm:pt modelId="{8F128D33-6A56-45E8-91E2-19093985A70C}" type="pres">
      <dgm:prSet presAssocID="{47977FD5-9157-4719-9874-8C6F2583524A}" presName="root" presStyleCnt="0">
        <dgm:presLayoutVars>
          <dgm:dir/>
          <dgm:resizeHandles val="exact"/>
        </dgm:presLayoutVars>
      </dgm:prSet>
      <dgm:spPr/>
    </dgm:pt>
    <dgm:pt modelId="{0E599A67-495A-4A19-871F-9195BBC4B17E}" type="pres">
      <dgm:prSet presAssocID="{30518E32-D096-4B18-BE05-1EBF10E7A8AC}" presName="compNode" presStyleCnt="0"/>
      <dgm:spPr/>
    </dgm:pt>
    <dgm:pt modelId="{D9B3CC41-55C8-442E-976D-EBC38BCB4C6B}" type="pres">
      <dgm:prSet presAssocID="{30518E32-D096-4B18-BE05-1EBF10E7A8AC}" presName="iconBgRect" presStyleLbl="bgShp" presStyleIdx="0" presStyleCnt="4"/>
      <dgm:spPr/>
    </dgm:pt>
    <dgm:pt modelId="{D9972582-EA89-4DEE-B57F-CEAFFB14BA6E}" type="pres">
      <dgm:prSet presAssocID="{30518E32-D096-4B18-BE05-1EBF10E7A8AC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DD9D1AD3-88F1-45CA-B541-1EC810E63B59}" type="pres">
      <dgm:prSet presAssocID="{30518E32-D096-4B18-BE05-1EBF10E7A8AC}" presName="spaceRect" presStyleCnt="0"/>
      <dgm:spPr/>
    </dgm:pt>
    <dgm:pt modelId="{68DE2A0A-78F1-4562-ADF5-9C578E7A4916}" type="pres">
      <dgm:prSet presAssocID="{30518E32-D096-4B18-BE05-1EBF10E7A8AC}" presName="textRect" presStyleLbl="revTx" presStyleIdx="0" presStyleCnt="4">
        <dgm:presLayoutVars>
          <dgm:chMax val="1"/>
          <dgm:chPref val="1"/>
        </dgm:presLayoutVars>
      </dgm:prSet>
      <dgm:spPr/>
    </dgm:pt>
    <dgm:pt modelId="{301DDBFB-916B-490E-90B5-749F725B0974}" type="pres">
      <dgm:prSet presAssocID="{48DAD4BD-D722-4F47-8F8A-55A985ED801C}" presName="sibTrans" presStyleCnt="0"/>
      <dgm:spPr/>
    </dgm:pt>
    <dgm:pt modelId="{F70562FB-2376-4C72-9765-11FDD6DE819A}" type="pres">
      <dgm:prSet presAssocID="{B2808591-D123-4FFD-8119-66C115FCDE88}" presName="compNode" presStyleCnt="0"/>
      <dgm:spPr/>
    </dgm:pt>
    <dgm:pt modelId="{E1B6D6ED-DA87-48E4-9CBD-9DE4D058417F}" type="pres">
      <dgm:prSet presAssocID="{B2808591-D123-4FFD-8119-66C115FCDE88}" presName="iconBgRect" presStyleLbl="bgShp" presStyleIdx="1" presStyleCnt="4"/>
      <dgm:spPr/>
    </dgm:pt>
    <dgm:pt modelId="{51ADBFEE-CAE4-4E68-BEA5-F2351089681E}" type="pres">
      <dgm:prSet presAssocID="{B2808591-D123-4FFD-8119-66C115FCDE88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6E09518A-466A-40DA-B312-0F1CF7CCCEAC}" type="pres">
      <dgm:prSet presAssocID="{B2808591-D123-4FFD-8119-66C115FCDE88}" presName="spaceRect" presStyleCnt="0"/>
      <dgm:spPr/>
    </dgm:pt>
    <dgm:pt modelId="{6AE3AD6F-0705-4B6D-8D96-2A190659A9AB}" type="pres">
      <dgm:prSet presAssocID="{B2808591-D123-4FFD-8119-66C115FCDE88}" presName="textRect" presStyleLbl="revTx" presStyleIdx="1" presStyleCnt="4">
        <dgm:presLayoutVars>
          <dgm:chMax val="1"/>
          <dgm:chPref val="1"/>
        </dgm:presLayoutVars>
      </dgm:prSet>
      <dgm:spPr/>
    </dgm:pt>
    <dgm:pt modelId="{1E73E7C0-4196-41B4-8CC6-0FFED8E73083}" type="pres">
      <dgm:prSet presAssocID="{28E3F91F-A9E2-4D27-89BC-EC6DF5BAE539}" presName="sibTrans" presStyleCnt="0"/>
      <dgm:spPr/>
    </dgm:pt>
    <dgm:pt modelId="{86945112-F2E8-43A6-B59B-59438B616FC3}" type="pres">
      <dgm:prSet presAssocID="{347942E9-4D2D-4E03-8FF7-DA838BAB32EE}" presName="compNode" presStyleCnt="0"/>
      <dgm:spPr/>
    </dgm:pt>
    <dgm:pt modelId="{353272A3-E283-4E4A-A137-BAFF19CBE49C}" type="pres">
      <dgm:prSet presAssocID="{347942E9-4D2D-4E03-8FF7-DA838BAB32EE}" presName="iconBgRect" presStyleLbl="bgShp" presStyleIdx="2" presStyleCnt="4"/>
      <dgm:spPr/>
    </dgm:pt>
    <dgm:pt modelId="{0EB7A195-9523-444A-B78B-9349924275DD}" type="pres">
      <dgm:prSet presAssocID="{347942E9-4D2D-4E03-8FF7-DA838BAB32EE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aptop"/>
        </a:ext>
      </dgm:extLst>
    </dgm:pt>
    <dgm:pt modelId="{11485D27-CFEC-46C0-9C95-CE12A0950404}" type="pres">
      <dgm:prSet presAssocID="{347942E9-4D2D-4E03-8FF7-DA838BAB32EE}" presName="spaceRect" presStyleCnt="0"/>
      <dgm:spPr/>
    </dgm:pt>
    <dgm:pt modelId="{0E66A647-6ACE-4781-A2F3-5BDA22CA4A1F}" type="pres">
      <dgm:prSet presAssocID="{347942E9-4D2D-4E03-8FF7-DA838BAB32EE}" presName="textRect" presStyleLbl="revTx" presStyleIdx="2" presStyleCnt="4">
        <dgm:presLayoutVars>
          <dgm:chMax val="1"/>
          <dgm:chPref val="1"/>
        </dgm:presLayoutVars>
      </dgm:prSet>
      <dgm:spPr/>
    </dgm:pt>
    <dgm:pt modelId="{BF881B76-9BF7-466A-823E-102675ECB11B}" type="pres">
      <dgm:prSet presAssocID="{E16CDA88-D9E4-4687-8106-9A99FFA024DD}" presName="sibTrans" presStyleCnt="0"/>
      <dgm:spPr/>
    </dgm:pt>
    <dgm:pt modelId="{0CEC8C76-DE9B-4349-A8D1-4048C33B8CA4}" type="pres">
      <dgm:prSet presAssocID="{0272763E-7DFF-4678-87E4-8BDF9881E461}" presName="compNode" presStyleCnt="0"/>
      <dgm:spPr/>
    </dgm:pt>
    <dgm:pt modelId="{5444418A-B928-41F0-83FB-06D8111A5E7C}" type="pres">
      <dgm:prSet presAssocID="{0272763E-7DFF-4678-87E4-8BDF9881E461}" presName="iconBgRect" presStyleLbl="bgShp" presStyleIdx="3" presStyleCnt="4"/>
      <dgm:spPr/>
    </dgm:pt>
    <dgm:pt modelId="{3DFC2427-B39B-4E38-8AB4-C4B8EC87D382}" type="pres">
      <dgm:prSet presAssocID="{0272763E-7DFF-4678-87E4-8BDF9881E461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A0C983E-4256-47F6-A531-EB4C0311973B}" type="pres">
      <dgm:prSet presAssocID="{0272763E-7DFF-4678-87E4-8BDF9881E461}" presName="spaceRect" presStyleCnt="0"/>
      <dgm:spPr/>
    </dgm:pt>
    <dgm:pt modelId="{B4AD6EAD-B4EE-41EC-A665-1352291AC0C0}" type="pres">
      <dgm:prSet presAssocID="{0272763E-7DFF-4678-87E4-8BDF9881E461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FF23B867-A73B-4A18-877B-98C0B7F7C83F}" type="presOf" srcId="{30518E32-D096-4B18-BE05-1EBF10E7A8AC}" destId="{68DE2A0A-78F1-4562-ADF5-9C578E7A4916}" srcOrd="0" destOrd="0" presId="urn:microsoft.com/office/officeart/2018/5/layout/IconCircleLabelList"/>
    <dgm:cxn modelId="{31BE1148-EDC1-4561-B639-B4C4C060401B}" type="presOf" srcId="{0272763E-7DFF-4678-87E4-8BDF9881E461}" destId="{B4AD6EAD-B4EE-41EC-A665-1352291AC0C0}" srcOrd="0" destOrd="0" presId="urn:microsoft.com/office/officeart/2018/5/layout/IconCircleLabelList"/>
    <dgm:cxn modelId="{CCA06C49-8F84-4A27-8D92-1FC114C691F9}" srcId="{47977FD5-9157-4719-9874-8C6F2583524A}" destId="{0272763E-7DFF-4678-87E4-8BDF9881E461}" srcOrd="3" destOrd="0" parTransId="{0EC8D8EA-0894-4C3C-975A-A3E346454FCB}" sibTransId="{E6825297-1401-4178-9489-E945BC4F088A}"/>
    <dgm:cxn modelId="{BD9A7255-95FF-4372-93AC-46B437578B5D}" type="presOf" srcId="{347942E9-4D2D-4E03-8FF7-DA838BAB32EE}" destId="{0E66A647-6ACE-4781-A2F3-5BDA22CA4A1F}" srcOrd="0" destOrd="0" presId="urn:microsoft.com/office/officeart/2018/5/layout/IconCircleLabelList"/>
    <dgm:cxn modelId="{BC628297-DB0D-4C7D-A279-D32DBA986264}" type="presOf" srcId="{B2808591-D123-4FFD-8119-66C115FCDE88}" destId="{6AE3AD6F-0705-4B6D-8D96-2A190659A9AB}" srcOrd="0" destOrd="0" presId="urn:microsoft.com/office/officeart/2018/5/layout/IconCircleLabelList"/>
    <dgm:cxn modelId="{603F21B3-724F-4767-9316-FFCCDAB00DD9}" type="presOf" srcId="{47977FD5-9157-4719-9874-8C6F2583524A}" destId="{8F128D33-6A56-45E8-91E2-19093985A70C}" srcOrd="0" destOrd="0" presId="urn:microsoft.com/office/officeart/2018/5/layout/IconCircleLabelList"/>
    <dgm:cxn modelId="{6F3261B6-9719-4192-B8FE-B14AE02F25D1}" srcId="{47977FD5-9157-4719-9874-8C6F2583524A}" destId="{30518E32-D096-4B18-BE05-1EBF10E7A8AC}" srcOrd="0" destOrd="0" parTransId="{01A70E9B-8874-4ADD-AD21-2AC1BEFAA665}" sibTransId="{48DAD4BD-D722-4F47-8F8A-55A985ED801C}"/>
    <dgm:cxn modelId="{8B5853C5-CE1A-4F37-BA89-9BF80D7F0CF9}" srcId="{47977FD5-9157-4719-9874-8C6F2583524A}" destId="{B2808591-D123-4FFD-8119-66C115FCDE88}" srcOrd="1" destOrd="0" parTransId="{ADC51C0D-87B9-4EA4-B01A-2580C7521236}" sibTransId="{28E3F91F-A9E2-4D27-89BC-EC6DF5BAE539}"/>
    <dgm:cxn modelId="{3AC8D6C5-D747-42C6-A750-E966B41E358B}" srcId="{47977FD5-9157-4719-9874-8C6F2583524A}" destId="{347942E9-4D2D-4E03-8FF7-DA838BAB32EE}" srcOrd="2" destOrd="0" parTransId="{FC88A839-21A3-48B9-8C6F-D46FCB0FF80D}" sibTransId="{E16CDA88-D9E4-4687-8106-9A99FFA024DD}"/>
    <dgm:cxn modelId="{0E0CBA6A-5664-4CC2-A28C-64BF3DD22AB7}" type="presParOf" srcId="{8F128D33-6A56-45E8-91E2-19093985A70C}" destId="{0E599A67-495A-4A19-871F-9195BBC4B17E}" srcOrd="0" destOrd="0" presId="urn:microsoft.com/office/officeart/2018/5/layout/IconCircleLabelList"/>
    <dgm:cxn modelId="{2B38D21B-D8EB-4CDA-883B-E8AAE3BD9B47}" type="presParOf" srcId="{0E599A67-495A-4A19-871F-9195BBC4B17E}" destId="{D9B3CC41-55C8-442E-976D-EBC38BCB4C6B}" srcOrd="0" destOrd="0" presId="urn:microsoft.com/office/officeart/2018/5/layout/IconCircleLabelList"/>
    <dgm:cxn modelId="{6C1EC36A-B6E4-4DE4-A5D8-9BEA5ED1019C}" type="presParOf" srcId="{0E599A67-495A-4A19-871F-9195BBC4B17E}" destId="{D9972582-EA89-4DEE-B57F-CEAFFB14BA6E}" srcOrd="1" destOrd="0" presId="urn:microsoft.com/office/officeart/2018/5/layout/IconCircleLabelList"/>
    <dgm:cxn modelId="{45DF70E7-57D6-4839-8D17-847F795C8E45}" type="presParOf" srcId="{0E599A67-495A-4A19-871F-9195BBC4B17E}" destId="{DD9D1AD3-88F1-45CA-B541-1EC810E63B59}" srcOrd="2" destOrd="0" presId="urn:microsoft.com/office/officeart/2018/5/layout/IconCircleLabelList"/>
    <dgm:cxn modelId="{2771A944-B201-4643-836B-F8276960C4C7}" type="presParOf" srcId="{0E599A67-495A-4A19-871F-9195BBC4B17E}" destId="{68DE2A0A-78F1-4562-ADF5-9C578E7A4916}" srcOrd="3" destOrd="0" presId="urn:microsoft.com/office/officeart/2018/5/layout/IconCircleLabelList"/>
    <dgm:cxn modelId="{56DD978E-CC8E-4FB8-A0EA-006A2C2112D6}" type="presParOf" srcId="{8F128D33-6A56-45E8-91E2-19093985A70C}" destId="{301DDBFB-916B-490E-90B5-749F725B0974}" srcOrd="1" destOrd="0" presId="urn:microsoft.com/office/officeart/2018/5/layout/IconCircleLabelList"/>
    <dgm:cxn modelId="{BDD9ED00-F0F7-465E-BBD2-A9CD42FCF86C}" type="presParOf" srcId="{8F128D33-6A56-45E8-91E2-19093985A70C}" destId="{F70562FB-2376-4C72-9765-11FDD6DE819A}" srcOrd="2" destOrd="0" presId="urn:microsoft.com/office/officeart/2018/5/layout/IconCircleLabelList"/>
    <dgm:cxn modelId="{DEA65AEE-793E-4A97-A86E-9C510D150665}" type="presParOf" srcId="{F70562FB-2376-4C72-9765-11FDD6DE819A}" destId="{E1B6D6ED-DA87-48E4-9CBD-9DE4D058417F}" srcOrd="0" destOrd="0" presId="urn:microsoft.com/office/officeart/2018/5/layout/IconCircleLabelList"/>
    <dgm:cxn modelId="{034F263E-FD23-4752-98F3-1E8392330762}" type="presParOf" srcId="{F70562FB-2376-4C72-9765-11FDD6DE819A}" destId="{51ADBFEE-CAE4-4E68-BEA5-F2351089681E}" srcOrd="1" destOrd="0" presId="urn:microsoft.com/office/officeart/2018/5/layout/IconCircleLabelList"/>
    <dgm:cxn modelId="{C0B509A2-5307-4856-9DCD-030146628C81}" type="presParOf" srcId="{F70562FB-2376-4C72-9765-11FDD6DE819A}" destId="{6E09518A-466A-40DA-B312-0F1CF7CCCEAC}" srcOrd="2" destOrd="0" presId="urn:microsoft.com/office/officeart/2018/5/layout/IconCircleLabelList"/>
    <dgm:cxn modelId="{F5A8C136-5E07-494F-A5C9-43141620B1ED}" type="presParOf" srcId="{F70562FB-2376-4C72-9765-11FDD6DE819A}" destId="{6AE3AD6F-0705-4B6D-8D96-2A190659A9AB}" srcOrd="3" destOrd="0" presId="urn:microsoft.com/office/officeart/2018/5/layout/IconCircleLabelList"/>
    <dgm:cxn modelId="{D79A84BC-C366-4539-B136-BB525BEFA8FE}" type="presParOf" srcId="{8F128D33-6A56-45E8-91E2-19093985A70C}" destId="{1E73E7C0-4196-41B4-8CC6-0FFED8E73083}" srcOrd="3" destOrd="0" presId="urn:microsoft.com/office/officeart/2018/5/layout/IconCircleLabelList"/>
    <dgm:cxn modelId="{FE46CEFC-C75D-4EAE-B4F3-2FDCCF8B8812}" type="presParOf" srcId="{8F128D33-6A56-45E8-91E2-19093985A70C}" destId="{86945112-F2E8-43A6-B59B-59438B616FC3}" srcOrd="4" destOrd="0" presId="urn:microsoft.com/office/officeart/2018/5/layout/IconCircleLabelList"/>
    <dgm:cxn modelId="{FC136C8E-4D87-467A-B8D2-D05A74CB8DE8}" type="presParOf" srcId="{86945112-F2E8-43A6-B59B-59438B616FC3}" destId="{353272A3-E283-4E4A-A137-BAFF19CBE49C}" srcOrd="0" destOrd="0" presId="urn:microsoft.com/office/officeart/2018/5/layout/IconCircleLabelList"/>
    <dgm:cxn modelId="{61648472-4B8A-4022-870A-9A3C26013854}" type="presParOf" srcId="{86945112-F2E8-43A6-B59B-59438B616FC3}" destId="{0EB7A195-9523-444A-B78B-9349924275DD}" srcOrd="1" destOrd="0" presId="urn:microsoft.com/office/officeart/2018/5/layout/IconCircleLabelList"/>
    <dgm:cxn modelId="{0A2FCE10-9D7C-4260-8B23-E4D3C5E85317}" type="presParOf" srcId="{86945112-F2E8-43A6-B59B-59438B616FC3}" destId="{11485D27-CFEC-46C0-9C95-CE12A0950404}" srcOrd="2" destOrd="0" presId="urn:microsoft.com/office/officeart/2018/5/layout/IconCircleLabelList"/>
    <dgm:cxn modelId="{4ECEF486-9C8D-4D19-BB04-1C059FBF2B4E}" type="presParOf" srcId="{86945112-F2E8-43A6-B59B-59438B616FC3}" destId="{0E66A647-6ACE-4781-A2F3-5BDA22CA4A1F}" srcOrd="3" destOrd="0" presId="urn:microsoft.com/office/officeart/2018/5/layout/IconCircleLabelList"/>
    <dgm:cxn modelId="{B3985BBA-7CD1-47DA-9BF6-48FC88E47923}" type="presParOf" srcId="{8F128D33-6A56-45E8-91E2-19093985A70C}" destId="{BF881B76-9BF7-466A-823E-102675ECB11B}" srcOrd="5" destOrd="0" presId="urn:microsoft.com/office/officeart/2018/5/layout/IconCircleLabelList"/>
    <dgm:cxn modelId="{E04E24C8-FF30-4285-9F4F-6CF500656F17}" type="presParOf" srcId="{8F128D33-6A56-45E8-91E2-19093985A70C}" destId="{0CEC8C76-DE9B-4349-A8D1-4048C33B8CA4}" srcOrd="6" destOrd="0" presId="urn:microsoft.com/office/officeart/2018/5/layout/IconCircleLabelList"/>
    <dgm:cxn modelId="{D8B8E4F9-F0A8-4DC4-BC7D-428A6E517B61}" type="presParOf" srcId="{0CEC8C76-DE9B-4349-A8D1-4048C33B8CA4}" destId="{5444418A-B928-41F0-83FB-06D8111A5E7C}" srcOrd="0" destOrd="0" presId="urn:microsoft.com/office/officeart/2018/5/layout/IconCircleLabelList"/>
    <dgm:cxn modelId="{63134DDB-1667-4C8B-8954-9B5A7DB9E467}" type="presParOf" srcId="{0CEC8C76-DE9B-4349-A8D1-4048C33B8CA4}" destId="{3DFC2427-B39B-4E38-8AB4-C4B8EC87D382}" srcOrd="1" destOrd="0" presId="urn:microsoft.com/office/officeart/2018/5/layout/IconCircleLabelList"/>
    <dgm:cxn modelId="{2251FE29-8690-4FA4-A53D-5C60235D0CF6}" type="presParOf" srcId="{0CEC8C76-DE9B-4349-A8D1-4048C33B8CA4}" destId="{7A0C983E-4256-47F6-A531-EB4C0311973B}" srcOrd="2" destOrd="0" presId="urn:microsoft.com/office/officeart/2018/5/layout/IconCircleLabelList"/>
    <dgm:cxn modelId="{A1D4690E-AD71-4FCE-BB57-7DC2C15601E7}" type="presParOf" srcId="{0CEC8C76-DE9B-4349-A8D1-4048C33B8CA4}" destId="{B4AD6EAD-B4EE-41EC-A665-1352291AC0C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5A1C4138-40C7-46F2-B8BD-B249E6D09CD2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5CB7B93-552A-42DF-8FBB-7B6101601A87}">
      <dgm:prSet/>
      <dgm:spPr/>
      <dgm:t>
        <a:bodyPr/>
        <a:lstStyle/>
        <a:p>
          <a:r>
            <a:rPr lang="en-IN"/>
            <a:t>Face book</a:t>
          </a:r>
          <a:endParaRPr lang="en-US"/>
        </a:p>
      </dgm:t>
    </dgm:pt>
    <dgm:pt modelId="{74D24668-55FB-456D-9DF0-0C6E818FE495}" type="parTrans" cxnId="{E54AEBE6-DCB7-4100-9411-3A6C7E65CA4C}">
      <dgm:prSet/>
      <dgm:spPr/>
      <dgm:t>
        <a:bodyPr/>
        <a:lstStyle/>
        <a:p>
          <a:endParaRPr lang="en-US"/>
        </a:p>
      </dgm:t>
    </dgm:pt>
    <dgm:pt modelId="{6D0D3BA3-98A5-4C78-99EB-4CFB7558F684}" type="sibTrans" cxnId="{E54AEBE6-DCB7-4100-9411-3A6C7E65CA4C}">
      <dgm:prSet/>
      <dgm:spPr/>
      <dgm:t>
        <a:bodyPr/>
        <a:lstStyle/>
        <a:p>
          <a:endParaRPr lang="en-US"/>
        </a:p>
      </dgm:t>
    </dgm:pt>
    <dgm:pt modelId="{067E7584-6D0D-4986-AA75-4CA407A73175}">
      <dgm:prSet/>
      <dgm:spPr/>
      <dgm:t>
        <a:bodyPr/>
        <a:lstStyle/>
        <a:p>
          <a:r>
            <a:rPr lang="en-IN"/>
            <a:t>Google</a:t>
          </a:r>
          <a:endParaRPr lang="en-US"/>
        </a:p>
      </dgm:t>
    </dgm:pt>
    <dgm:pt modelId="{D9A9CC87-B23D-454B-A2B9-E01F6DEB6146}" type="parTrans" cxnId="{56408E96-5FD2-4969-B7EA-11B36715C580}">
      <dgm:prSet/>
      <dgm:spPr/>
      <dgm:t>
        <a:bodyPr/>
        <a:lstStyle/>
        <a:p>
          <a:endParaRPr lang="en-US"/>
        </a:p>
      </dgm:t>
    </dgm:pt>
    <dgm:pt modelId="{E1A9884D-C3F9-4DE2-B2B3-66E3017EB79C}" type="sibTrans" cxnId="{56408E96-5FD2-4969-B7EA-11B36715C580}">
      <dgm:prSet/>
      <dgm:spPr/>
      <dgm:t>
        <a:bodyPr/>
        <a:lstStyle/>
        <a:p>
          <a:endParaRPr lang="en-US"/>
        </a:p>
      </dgm:t>
    </dgm:pt>
    <dgm:pt modelId="{C4BE2757-CD5C-4B5E-B33D-66DE464F398D}">
      <dgm:prSet/>
      <dgm:spPr/>
      <dgm:t>
        <a:bodyPr/>
        <a:lstStyle/>
        <a:p>
          <a:r>
            <a:rPr lang="en-IN"/>
            <a:t>Intel</a:t>
          </a:r>
          <a:endParaRPr lang="en-US"/>
        </a:p>
      </dgm:t>
    </dgm:pt>
    <dgm:pt modelId="{810AA4F7-6697-44CA-90E5-AF2965E271B9}" type="parTrans" cxnId="{EA568C97-BA85-433C-8C1A-C61B15E353C8}">
      <dgm:prSet/>
      <dgm:spPr/>
      <dgm:t>
        <a:bodyPr/>
        <a:lstStyle/>
        <a:p>
          <a:endParaRPr lang="en-US"/>
        </a:p>
      </dgm:t>
    </dgm:pt>
    <dgm:pt modelId="{3F79D79F-D094-4255-9204-01787BF868FC}" type="sibTrans" cxnId="{EA568C97-BA85-433C-8C1A-C61B15E353C8}">
      <dgm:prSet/>
      <dgm:spPr/>
      <dgm:t>
        <a:bodyPr/>
        <a:lstStyle/>
        <a:p>
          <a:endParaRPr lang="en-US"/>
        </a:p>
      </dgm:t>
    </dgm:pt>
    <dgm:pt modelId="{6E62CCA1-16EF-4B17-A304-BB7FD389AF57}">
      <dgm:prSet/>
      <dgm:spPr/>
      <dgm:t>
        <a:bodyPr/>
        <a:lstStyle/>
        <a:p>
          <a:r>
            <a:rPr lang="en-IN"/>
            <a:t>Some of them uses it for development</a:t>
          </a:r>
          <a:endParaRPr lang="en-US"/>
        </a:p>
      </dgm:t>
    </dgm:pt>
    <dgm:pt modelId="{5DC47165-0703-434C-9D98-D1B37183247F}" type="parTrans" cxnId="{ACA138EE-75C4-4954-B419-776537AEA7BD}">
      <dgm:prSet/>
      <dgm:spPr/>
      <dgm:t>
        <a:bodyPr/>
        <a:lstStyle/>
        <a:p>
          <a:endParaRPr lang="en-US"/>
        </a:p>
      </dgm:t>
    </dgm:pt>
    <dgm:pt modelId="{97219C85-4810-4E84-A77E-32A9872E784E}" type="sibTrans" cxnId="{ACA138EE-75C4-4954-B419-776537AEA7BD}">
      <dgm:prSet/>
      <dgm:spPr/>
      <dgm:t>
        <a:bodyPr/>
        <a:lstStyle/>
        <a:p>
          <a:endParaRPr lang="en-US"/>
        </a:p>
      </dgm:t>
    </dgm:pt>
    <dgm:pt modelId="{B01F7A7C-9B94-4E79-932F-318AACAC8F71}">
      <dgm:prSet/>
      <dgm:spPr/>
      <dgm:t>
        <a:bodyPr/>
        <a:lstStyle/>
        <a:p>
          <a:r>
            <a:rPr lang="en-IN"/>
            <a:t>And some for testing</a:t>
          </a:r>
          <a:endParaRPr lang="en-US"/>
        </a:p>
      </dgm:t>
    </dgm:pt>
    <dgm:pt modelId="{BE12F19B-17D5-4BC4-877F-1ED19468DA67}" type="parTrans" cxnId="{048CB97E-FBCF-4CC5-B1AB-4E7C7CD2A552}">
      <dgm:prSet/>
      <dgm:spPr/>
      <dgm:t>
        <a:bodyPr/>
        <a:lstStyle/>
        <a:p>
          <a:endParaRPr lang="en-US"/>
        </a:p>
      </dgm:t>
    </dgm:pt>
    <dgm:pt modelId="{8D6EE627-B910-40B2-A9FB-E925843814EB}" type="sibTrans" cxnId="{048CB97E-FBCF-4CC5-B1AB-4E7C7CD2A552}">
      <dgm:prSet/>
      <dgm:spPr/>
      <dgm:t>
        <a:bodyPr/>
        <a:lstStyle/>
        <a:p>
          <a:endParaRPr lang="en-US"/>
        </a:p>
      </dgm:t>
    </dgm:pt>
    <dgm:pt modelId="{C7069A7C-1DFB-46BB-B635-4DB103D0AC9F}">
      <dgm:prSet/>
      <dgm:spPr/>
      <dgm:t>
        <a:bodyPr/>
        <a:lstStyle/>
        <a:p>
          <a:r>
            <a:rPr lang="en-IN"/>
            <a:t>And some to test their sample data</a:t>
          </a:r>
          <a:endParaRPr lang="en-US"/>
        </a:p>
      </dgm:t>
    </dgm:pt>
    <dgm:pt modelId="{D24620FC-A315-4BD5-984E-C132CE6B09E6}" type="parTrans" cxnId="{9EA28541-EC6F-4B00-9C39-1063EC22BABE}">
      <dgm:prSet/>
      <dgm:spPr/>
      <dgm:t>
        <a:bodyPr/>
        <a:lstStyle/>
        <a:p>
          <a:endParaRPr lang="en-US"/>
        </a:p>
      </dgm:t>
    </dgm:pt>
    <dgm:pt modelId="{3E9D54D1-70E0-4CDA-8900-4AC707D99B7C}" type="sibTrans" cxnId="{9EA28541-EC6F-4B00-9C39-1063EC22BABE}">
      <dgm:prSet/>
      <dgm:spPr/>
      <dgm:t>
        <a:bodyPr/>
        <a:lstStyle/>
        <a:p>
          <a:endParaRPr lang="en-US"/>
        </a:p>
      </dgm:t>
    </dgm:pt>
    <dgm:pt modelId="{864819B6-ABDA-414A-B277-5C6615BD29A0}" type="pres">
      <dgm:prSet presAssocID="{5A1C4138-40C7-46F2-B8BD-B249E6D09CD2}" presName="diagram" presStyleCnt="0">
        <dgm:presLayoutVars>
          <dgm:dir/>
          <dgm:resizeHandles val="exact"/>
        </dgm:presLayoutVars>
      </dgm:prSet>
      <dgm:spPr/>
    </dgm:pt>
    <dgm:pt modelId="{E82DA200-EFDD-0844-AA6A-8B39EDC03C81}" type="pres">
      <dgm:prSet presAssocID="{05CB7B93-552A-42DF-8FBB-7B6101601A87}" presName="node" presStyleLbl="node1" presStyleIdx="0" presStyleCnt="6">
        <dgm:presLayoutVars>
          <dgm:bulletEnabled val="1"/>
        </dgm:presLayoutVars>
      </dgm:prSet>
      <dgm:spPr/>
    </dgm:pt>
    <dgm:pt modelId="{8A4183AF-9B8F-3C42-B08D-68E4BF8B4C42}" type="pres">
      <dgm:prSet presAssocID="{6D0D3BA3-98A5-4C78-99EB-4CFB7558F684}" presName="sibTrans" presStyleCnt="0"/>
      <dgm:spPr/>
    </dgm:pt>
    <dgm:pt modelId="{28D1CEAF-3235-3F41-92EF-D78DFAF7577B}" type="pres">
      <dgm:prSet presAssocID="{067E7584-6D0D-4986-AA75-4CA407A73175}" presName="node" presStyleLbl="node1" presStyleIdx="1" presStyleCnt="6">
        <dgm:presLayoutVars>
          <dgm:bulletEnabled val="1"/>
        </dgm:presLayoutVars>
      </dgm:prSet>
      <dgm:spPr/>
    </dgm:pt>
    <dgm:pt modelId="{A848A90A-3ABD-4A40-ADBC-183AE30A05E9}" type="pres">
      <dgm:prSet presAssocID="{E1A9884D-C3F9-4DE2-B2B3-66E3017EB79C}" presName="sibTrans" presStyleCnt="0"/>
      <dgm:spPr/>
    </dgm:pt>
    <dgm:pt modelId="{90438EB1-C0D3-8645-8014-5015BF171351}" type="pres">
      <dgm:prSet presAssocID="{C4BE2757-CD5C-4B5E-B33D-66DE464F398D}" presName="node" presStyleLbl="node1" presStyleIdx="2" presStyleCnt="6">
        <dgm:presLayoutVars>
          <dgm:bulletEnabled val="1"/>
        </dgm:presLayoutVars>
      </dgm:prSet>
      <dgm:spPr/>
    </dgm:pt>
    <dgm:pt modelId="{DC57B939-6382-2E49-8178-13335E573BAF}" type="pres">
      <dgm:prSet presAssocID="{3F79D79F-D094-4255-9204-01787BF868FC}" presName="sibTrans" presStyleCnt="0"/>
      <dgm:spPr/>
    </dgm:pt>
    <dgm:pt modelId="{888C1AD7-9714-474D-9062-7BFFE150305C}" type="pres">
      <dgm:prSet presAssocID="{6E62CCA1-16EF-4B17-A304-BB7FD389AF57}" presName="node" presStyleLbl="node1" presStyleIdx="3" presStyleCnt="6">
        <dgm:presLayoutVars>
          <dgm:bulletEnabled val="1"/>
        </dgm:presLayoutVars>
      </dgm:prSet>
      <dgm:spPr/>
    </dgm:pt>
    <dgm:pt modelId="{41134C16-096D-7847-B375-A3205108A273}" type="pres">
      <dgm:prSet presAssocID="{97219C85-4810-4E84-A77E-32A9872E784E}" presName="sibTrans" presStyleCnt="0"/>
      <dgm:spPr/>
    </dgm:pt>
    <dgm:pt modelId="{C2AE36A5-41B7-CD41-863B-5FC526DDFAB7}" type="pres">
      <dgm:prSet presAssocID="{B01F7A7C-9B94-4E79-932F-318AACAC8F71}" presName="node" presStyleLbl="node1" presStyleIdx="4" presStyleCnt="6">
        <dgm:presLayoutVars>
          <dgm:bulletEnabled val="1"/>
        </dgm:presLayoutVars>
      </dgm:prSet>
      <dgm:spPr/>
    </dgm:pt>
    <dgm:pt modelId="{480FFA32-E7AA-A341-9342-409D3104EA92}" type="pres">
      <dgm:prSet presAssocID="{8D6EE627-B910-40B2-A9FB-E925843814EB}" presName="sibTrans" presStyleCnt="0"/>
      <dgm:spPr/>
    </dgm:pt>
    <dgm:pt modelId="{8543DD4B-C176-3D45-8EE3-3D18A4D10A0D}" type="pres">
      <dgm:prSet presAssocID="{C7069A7C-1DFB-46BB-B635-4DB103D0AC9F}" presName="node" presStyleLbl="node1" presStyleIdx="5" presStyleCnt="6">
        <dgm:presLayoutVars>
          <dgm:bulletEnabled val="1"/>
        </dgm:presLayoutVars>
      </dgm:prSet>
      <dgm:spPr/>
    </dgm:pt>
  </dgm:ptLst>
  <dgm:cxnLst>
    <dgm:cxn modelId="{D3A6B304-2F1E-074A-88FB-FA5C1DF98BD2}" type="presOf" srcId="{067E7584-6D0D-4986-AA75-4CA407A73175}" destId="{28D1CEAF-3235-3F41-92EF-D78DFAF7577B}" srcOrd="0" destOrd="0" presId="urn:microsoft.com/office/officeart/2005/8/layout/default"/>
    <dgm:cxn modelId="{3EC98737-6B60-AD4A-B11E-655D363B450D}" type="presOf" srcId="{C7069A7C-1DFB-46BB-B635-4DB103D0AC9F}" destId="{8543DD4B-C176-3D45-8EE3-3D18A4D10A0D}" srcOrd="0" destOrd="0" presId="urn:microsoft.com/office/officeart/2005/8/layout/default"/>
    <dgm:cxn modelId="{64967F61-7C21-AB4B-9777-9F4E5322CB96}" type="presOf" srcId="{C4BE2757-CD5C-4B5E-B33D-66DE464F398D}" destId="{90438EB1-C0D3-8645-8014-5015BF171351}" srcOrd="0" destOrd="0" presId="urn:microsoft.com/office/officeart/2005/8/layout/default"/>
    <dgm:cxn modelId="{9EA28541-EC6F-4B00-9C39-1063EC22BABE}" srcId="{5A1C4138-40C7-46F2-B8BD-B249E6D09CD2}" destId="{C7069A7C-1DFB-46BB-B635-4DB103D0AC9F}" srcOrd="5" destOrd="0" parTransId="{D24620FC-A315-4BD5-984E-C132CE6B09E6}" sibTransId="{3E9D54D1-70E0-4CDA-8900-4AC707D99B7C}"/>
    <dgm:cxn modelId="{5CA65E73-1003-F445-8678-19F1ED6F2F09}" type="presOf" srcId="{6E62CCA1-16EF-4B17-A304-BB7FD389AF57}" destId="{888C1AD7-9714-474D-9062-7BFFE150305C}" srcOrd="0" destOrd="0" presId="urn:microsoft.com/office/officeart/2005/8/layout/default"/>
    <dgm:cxn modelId="{FAF1B173-ECA8-9340-A301-42EAE022C28D}" type="presOf" srcId="{B01F7A7C-9B94-4E79-932F-318AACAC8F71}" destId="{C2AE36A5-41B7-CD41-863B-5FC526DDFAB7}" srcOrd="0" destOrd="0" presId="urn:microsoft.com/office/officeart/2005/8/layout/default"/>
    <dgm:cxn modelId="{048CB97E-FBCF-4CC5-B1AB-4E7C7CD2A552}" srcId="{5A1C4138-40C7-46F2-B8BD-B249E6D09CD2}" destId="{B01F7A7C-9B94-4E79-932F-318AACAC8F71}" srcOrd="4" destOrd="0" parTransId="{BE12F19B-17D5-4BC4-877F-1ED19468DA67}" sibTransId="{8D6EE627-B910-40B2-A9FB-E925843814EB}"/>
    <dgm:cxn modelId="{56408E96-5FD2-4969-B7EA-11B36715C580}" srcId="{5A1C4138-40C7-46F2-B8BD-B249E6D09CD2}" destId="{067E7584-6D0D-4986-AA75-4CA407A73175}" srcOrd="1" destOrd="0" parTransId="{D9A9CC87-B23D-454B-A2B9-E01F6DEB6146}" sibTransId="{E1A9884D-C3F9-4DE2-B2B3-66E3017EB79C}"/>
    <dgm:cxn modelId="{EA568C97-BA85-433C-8C1A-C61B15E353C8}" srcId="{5A1C4138-40C7-46F2-B8BD-B249E6D09CD2}" destId="{C4BE2757-CD5C-4B5E-B33D-66DE464F398D}" srcOrd="2" destOrd="0" parTransId="{810AA4F7-6697-44CA-90E5-AF2965E271B9}" sibTransId="{3F79D79F-D094-4255-9204-01787BF868FC}"/>
    <dgm:cxn modelId="{52CC9F9D-8878-FD48-A2CB-34A601869816}" type="presOf" srcId="{05CB7B93-552A-42DF-8FBB-7B6101601A87}" destId="{E82DA200-EFDD-0844-AA6A-8B39EDC03C81}" srcOrd="0" destOrd="0" presId="urn:microsoft.com/office/officeart/2005/8/layout/default"/>
    <dgm:cxn modelId="{E54AEBE6-DCB7-4100-9411-3A6C7E65CA4C}" srcId="{5A1C4138-40C7-46F2-B8BD-B249E6D09CD2}" destId="{05CB7B93-552A-42DF-8FBB-7B6101601A87}" srcOrd="0" destOrd="0" parTransId="{74D24668-55FB-456D-9DF0-0C6E818FE495}" sibTransId="{6D0D3BA3-98A5-4C78-99EB-4CFB7558F684}"/>
    <dgm:cxn modelId="{ACA138EE-75C4-4954-B419-776537AEA7BD}" srcId="{5A1C4138-40C7-46F2-B8BD-B249E6D09CD2}" destId="{6E62CCA1-16EF-4B17-A304-BB7FD389AF57}" srcOrd="3" destOrd="0" parTransId="{5DC47165-0703-434C-9D98-D1B37183247F}" sibTransId="{97219C85-4810-4E84-A77E-32A9872E784E}"/>
    <dgm:cxn modelId="{64EE91FE-FCB8-5D41-A0C8-B9D0BBDD9741}" type="presOf" srcId="{5A1C4138-40C7-46F2-B8BD-B249E6D09CD2}" destId="{864819B6-ABDA-414A-B277-5C6615BD29A0}" srcOrd="0" destOrd="0" presId="urn:microsoft.com/office/officeart/2005/8/layout/default"/>
    <dgm:cxn modelId="{8BD4B3DB-B93A-474F-848F-49193CC7CDEC}" type="presParOf" srcId="{864819B6-ABDA-414A-B277-5C6615BD29A0}" destId="{E82DA200-EFDD-0844-AA6A-8B39EDC03C81}" srcOrd="0" destOrd="0" presId="urn:microsoft.com/office/officeart/2005/8/layout/default"/>
    <dgm:cxn modelId="{267D77DA-E069-9C44-8CCA-5B4AA1393204}" type="presParOf" srcId="{864819B6-ABDA-414A-B277-5C6615BD29A0}" destId="{8A4183AF-9B8F-3C42-B08D-68E4BF8B4C42}" srcOrd="1" destOrd="0" presId="urn:microsoft.com/office/officeart/2005/8/layout/default"/>
    <dgm:cxn modelId="{F6964724-6A65-AA4F-BF88-6F7D8254C77B}" type="presParOf" srcId="{864819B6-ABDA-414A-B277-5C6615BD29A0}" destId="{28D1CEAF-3235-3F41-92EF-D78DFAF7577B}" srcOrd="2" destOrd="0" presId="urn:microsoft.com/office/officeart/2005/8/layout/default"/>
    <dgm:cxn modelId="{76AE26CC-3BC2-2341-958F-2BC762B875C2}" type="presParOf" srcId="{864819B6-ABDA-414A-B277-5C6615BD29A0}" destId="{A848A90A-3ABD-4A40-ADBC-183AE30A05E9}" srcOrd="3" destOrd="0" presId="urn:microsoft.com/office/officeart/2005/8/layout/default"/>
    <dgm:cxn modelId="{7C0F7285-5D13-9444-BD6B-F14D966A1550}" type="presParOf" srcId="{864819B6-ABDA-414A-B277-5C6615BD29A0}" destId="{90438EB1-C0D3-8645-8014-5015BF171351}" srcOrd="4" destOrd="0" presId="urn:microsoft.com/office/officeart/2005/8/layout/default"/>
    <dgm:cxn modelId="{C7ABD7C4-B653-2543-8F6E-F66101AE0FCD}" type="presParOf" srcId="{864819B6-ABDA-414A-B277-5C6615BD29A0}" destId="{DC57B939-6382-2E49-8178-13335E573BAF}" srcOrd="5" destOrd="0" presId="urn:microsoft.com/office/officeart/2005/8/layout/default"/>
    <dgm:cxn modelId="{B54B4352-1F5E-D545-9E5E-7645B89E010C}" type="presParOf" srcId="{864819B6-ABDA-414A-B277-5C6615BD29A0}" destId="{888C1AD7-9714-474D-9062-7BFFE150305C}" srcOrd="6" destOrd="0" presId="urn:microsoft.com/office/officeart/2005/8/layout/default"/>
    <dgm:cxn modelId="{22D3CF0A-209F-0246-8477-EEBAC2AF05BE}" type="presParOf" srcId="{864819B6-ABDA-414A-B277-5C6615BD29A0}" destId="{41134C16-096D-7847-B375-A3205108A273}" srcOrd="7" destOrd="0" presId="urn:microsoft.com/office/officeart/2005/8/layout/default"/>
    <dgm:cxn modelId="{70419A55-4163-A743-96EB-AF7CF725023A}" type="presParOf" srcId="{864819B6-ABDA-414A-B277-5C6615BD29A0}" destId="{C2AE36A5-41B7-CD41-863B-5FC526DDFAB7}" srcOrd="8" destOrd="0" presId="urn:microsoft.com/office/officeart/2005/8/layout/default"/>
    <dgm:cxn modelId="{224CB718-A9D2-434F-878C-9972DB017823}" type="presParOf" srcId="{864819B6-ABDA-414A-B277-5C6615BD29A0}" destId="{480FFA32-E7AA-A341-9342-409D3104EA92}" srcOrd="9" destOrd="0" presId="urn:microsoft.com/office/officeart/2005/8/layout/default"/>
    <dgm:cxn modelId="{2E7061F9-CDCE-9442-BAEE-D9769967BB88}" type="presParOf" srcId="{864819B6-ABDA-414A-B277-5C6615BD29A0}" destId="{8543DD4B-C176-3D45-8EE3-3D18A4D10A0D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65392CFB-1610-46C1-B87D-DCC35AC6223B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4161804E-3CF5-4FE8-AE0A-331733C0CEFA}">
      <dgm:prSet/>
      <dgm:spPr/>
      <dgm:t>
        <a:bodyPr/>
        <a:lstStyle/>
        <a:p>
          <a:r>
            <a:rPr lang="en-IN"/>
            <a:t>Easy to Learn and Use</a:t>
          </a:r>
          <a:endParaRPr lang="en-US"/>
        </a:p>
      </dgm:t>
    </dgm:pt>
    <dgm:pt modelId="{40487F74-6DE0-4599-A14E-E0B6F13D30F9}" type="parTrans" cxnId="{F52F5B2C-A364-435E-A661-17089574EAB0}">
      <dgm:prSet/>
      <dgm:spPr/>
      <dgm:t>
        <a:bodyPr/>
        <a:lstStyle/>
        <a:p>
          <a:endParaRPr lang="en-US"/>
        </a:p>
      </dgm:t>
    </dgm:pt>
    <dgm:pt modelId="{9EFCD2F0-83BF-4A0F-9298-AB26F7F4A92D}" type="sibTrans" cxnId="{F52F5B2C-A364-435E-A661-17089574EAB0}">
      <dgm:prSet/>
      <dgm:spPr/>
      <dgm:t>
        <a:bodyPr/>
        <a:lstStyle/>
        <a:p>
          <a:endParaRPr lang="en-US"/>
        </a:p>
      </dgm:t>
    </dgm:pt>
    <dgm:pt modelId="{6C966432-BE5C-444D-8D18-F4AF6CBFFF54}">
      <dgm:prSet/>
      <dgm:spPr/>
      <dgm:t>
        <a:bodyPr/>
        <a:lstStyle/>
        <a:p>
          <a:r>
            <a:rPr lang="en-IN"/>
            <a:t>Expressive Language</a:t>
          </a:r>
          <a:endParaRPr lang="en-US"/>
        </a:p>
      </dgm:t>
    </dgm:pt>
    <dgm:pt modelId="{9EFDFCA4-7E08-42E8-B7E9-56D21F828859}" type="parTrans" cxnId="{CCE6BF2D-3E59-4A0E-A554-A6450A97E326}">
      <dgm:prSet/>
      <dgm:spPr/>
      <dgm:t>
        <a:bodyPr/>
        <a:lstStyle/>
        <a:p>
          <a:endParaRPr lang="en-US"/>
        </a:p>
      </dgm:t>
    </dgm:pt>
    <dgm:pt modelId="{39498F00-B879-43E5-B485-EE2BD4248A8A}" type="sibTrans" cxnId="{CCE6BF2D-3E59-4A0E-A554-A6450A97E326}">
      <dgm:prSet/>
      <dgm:spPr/>
      <dgm:t>
        <a:bodyPr/>
        <a:lstStyle/>
        <a:p>
          <a:endParaRPr lang="en-US"/>
        </a:p>
      </dgm:t>
    </dgm:pt>
    <dgm:pt modelId="{BEDB9ABA-062B-47E5-9EF2-8DC4DFF9738A}">
      <dgm:prSet/>
      <dgm:spPr/>
      <dgm:t>
        <a:bodyPr/>
        <a:lstStyle/>
        <a:p>
          <a:r>
            <a:rPr lang="en-IN"/>
            <a:t>Interpreted Language</a:t>
          </a:r>
          <a:endParaRPr lang="en-US"/>
        </a:p>
      </dgm:t>
    </dgm:pt>
    <dgm:pt modelId="{36F0BC1D-C8B7-424B-B8FF-D084034C6F0A}" type="parTrans" cxnId="{1F1861C9-0C40-40F2-B7B1-83D74C3C91BD}">
      <dgm:prSet/>
      <dgm:spPr/>
      <dgm:t>
        <a:bodyPr/>
        <a:lstStyle/>
        <a:p>
          <a:endParaRPr lang="en-US"/>
        </a:p>
      </dgm:t>
    </dgm:pt>
    <dgm:pt modelId="{403B8E48-1480-41DA-B733-E8A82531E95E}" type="sibTrans" cxnId="{1F1861C9-0C40-40F2-B7B1-83D74C3C91BD}">
      <dgm:prSet/>
      <dgm:spPr/>
      <dgm:t>
        <a:bodyPr/>
        <a:lstStyle/>
        <a:p>
          <a:endParaRPr lang="en-US"/>
        </a:p>
      </dgm:t>
    </dgm:pt>
    <dgm:pt modelId="{16922BA1-87DD-4479-A9D6-679EB566CC20}">
      <dgm:prSet/>
      <dgm:spPr/>
      <dgm:t>
        <a:bodyPr/>
        <a:lstStyle/>
        <a:p>
          <a:r>
            <a:rPr lang="en-IN"/>
            <a:t>Cross-platform Language</a:t>
          </a:r>
          <a:endParaRPr lang="en-US"/>
        </a:p>
      </dgm:t>
    </dgm:pt>
    <dgm:pt modelId="{EEF972CB-6C04-4F2E-AD53-5385E11E8A2C}" type="parTrans" cxnId="{4DAB3108-5965-478B-9284-64D4B314F16E}">
      <dgm:prSet/>
      <dgm:spPr/>
      <dgm:t>
        <a:bodyPr/>
        <a:lstStyle/>
        <a:p>
          <a:endParaRPr lang="en-US"/>
        </a:p>
      </dgm:t>
    </dgm:pt>
    <dgm:pt modelId="{4739A267-6321-49F9-ADE6-BCA0E4183B37}" type="sibTrans" cxnId="{4DAB3108-5965-478B-9284-64D4B314F16E}">
      <dgm:prSet/>
      <dgm:spPr/>
      <dgm:t>
        <a:bodyPr/>
        <a:lstStyle/>
        <a:p>
          <a:endParaRPr lang="en-US"/>
        </a:p>
      </dgm:t>
    </dgm:pt>
    <dgm:pt modelId="{A0CF7FE8-CCEE-4823-B4FE-0AFEFD708224}">
      <dgm:prSet/>
      <dgm:spPr/>
      <dgm:t>
        <a:bodyPr/>
        <a:lstStyle/>
        <a:p>
          <a:r>
            <a:rPr lang="en-IN"/>
            <a:t>Free and Open Source</a:t>
          </a:r>
          <a:endParaRPr lang="en-US"/>
        </a:p>
      </dgm:t>
    </dgm:pt>
    <dgm:pt modelId="{4E0DF302-6F57-40C5-8733-0EDA6D2304C7}" type="parTrans" cxnId="{145C9A0F-45DE-4D28-A987-CAC790E71977}">
      <dgm:prSet/>
      <dgm:spPr/>
      <dgm:t>
        <a:bodyPr/>
        <a:lstStyle/>
        <a:p>
          <a:endParaRPr lang="en-US"/>
        </a:p>
      </dgm:t>
    </dgm:pt>
    <dgm:pt modelId="{9C8BAD42-8024-49D3-B2BA-B048409018A6}" type="sibTrans" cxnId="{145C9A0F-45DE-4D28-A987-CAC790E71977}">
      <dgm:prSet/>
      <dgm:spPr/>
      <dgm:t>
        <a:bodyPr/>
        <a:lstStyle/>
        <a:p>
          <a:endParaRPr lang="en-US"/>
        </a:p>
      </dgm:t>
    </dgm:pt>
    <dgm:pt modelId="{56AA1F07-F0FE-417C-8AE4-6C33CF07B509}">
      <dgm:prSet/>
      <dgm:spPr/>
      <dgm:t>
        <a:bodyPr/>
        <a:lstStyle/>
        <a:p>
          <a:r>
            <a:rPr lang="en-IN"/>
            <a:t>Object-Oriented Language</a:t>
          </a:r>
          <a:endParaRPr lang="en-US"/>
        </a:p>
      </dgm:t>
    </dgm:pt>
    <dgm:pt modelId="{029692EF-62EB-4A3B-B00C-49CBDBC31E96}" type="parTrans" cxnId="{61DCB7AC-3319-4E82-87BD-EE6FC1C114CE}">
      <dgm:prSet/>
      <dgm:spPr/>
      <dgm:t>
        <a:bodyPr/>
        <a:lstStyle/>
        <a:p>
          <a:endParaRPr lang="en-US"/>
        </a:p>
      </dgm:t>
    </dgm:pt>
    <dgm:pt modelId="{5E000CAA-ACB4-4025-A452-D4129E4F49DD}" type="sibTrans" cxnId="{61DCB7AC-3319-4E82-87BD-EE6FC1C114CE}">
      <dgm:prSet/>
      <dgm:spPr/>
      <dgm:t>
        <a:bodyPr/>
        <a:lstStyle/>
        <a:p>
          <a:endParaRPr lang="en-US"/>
        </a:p>
      </dgm:t>
    </dgm:pt>
    <dgm:pt modelId="{F4037281-8409-4A4D-A002-FB5375B23F1B}">
      <dgm:prSet/>
      <dgm:spPr/>
      <dgm:t>
        <a:bodyPr/>
        <a:lstStyle/>
        <a:p>
          <a:r>
            <a:rPr lang="en-IN"/>
            <a:t>Extensible</a:t>
          </a:r>
          <a:endParaRPr lang="en-US"/>
        </a:p>
      </dgm:t>
    </dgm:pt>
    <dgm:pt modelId="{D7900A27-6E20-47EE-BE24-3D61B3D6B615}" type="parTrans" cxnId="{6371CB4B-9404-4320-B98B-37ABD3477927}">
      <dgm:prSet/>
      <dgm:spPr/>
      <dgm:t>
        <a:bodyPr/>
        <a:lstStyle/>
        <a:p>
          <a:endParaRPr lang="en-US"/>
        </a:p>
      </dgm:t>
    </dgm:pt>
    <dgm:pt modelId="{1F718D54-4769-4AF0-BAC3-09740A782086}" type="sibTrans" cxnId="{6371CB4B-9404-4320-B98B-37ABD3477927}">
      <dgm:prSet/>
      <dgm:spPr/>
      <dgm:t>
        <a:bodyPr/>
        <a:lstStyle/>
        <a:p>
          <a:endParaRPr lang="en-US"/>
        </a:p>
      </dgm:t>
    </dgm:pt>
    <dgm:pt modelId="{2D82DC91-1645-4906-969E-315524B55ED1}">
      <dgm:prSet/>
      <dgm:spPr/>
      <dgm:t>
        <a:bodyPr/>
        <a:lstStyle/>
        <a:p>
          <a:r>
            <a:rPr lang="en-IN"/>
            <a:t>Large Standard Library</a:t>
          </a:r>
          <a:endParaRPr lang="en-US"/>
        </a:p>
      </dgm:t>
    </dgm:pt>
    <dgm:pt modelId="{74D487B9-F0E6-4E20-86E0-9B1CCF118EF7}" type="parTrans" cxnId="{028CFC6F-1571-41F1-B8F6-2DB3079B2376}">
      <dgm:prSet/>
      <dgm:spPr/>
      <dgm:t>
        <a:bodyPr/>
        <a:lstStyle/>
        <a:p>
          <a:endParaRPr lang="en-US"/>
        </a:p>
      </dgm:t>
    </dgm:pt>
    <dgm:pt modelId="{85B9FE9F-0B22-4383-A32E-F8BEE34CA473}" type="sibTrans" cxnId="{028CFC6F-1571-41F1-B8F6-2DB3079B2376}">
      <dgm:prSet/>
      <dgm:spPr/>
      <dgm:t>
        <a:bodyPr/>
        <a:lstStyle/>
        <a:p>
          <a:endParaRPr lang="en-US"/>
        </a:p>
      </dgm:t>
    </dgm:pt>
    <dgm:pt modelId="{75A541A0-34D9-4497-AE59-7839587ACCB4}">
      <dgm:prSet/>
      <dgm:spPr/>
      <dgm:t>
        <a:bodyPr/>
        <a:lstStyle/>
        <a:p>
          <a:r>
            <a:rPr lang="en-IN"/>
            <a:t>GUI Programming Support</a:t>
          </a:r>
          <a:endParaRPr lang="en-US"/>
        </a:p>
      </dgm:t>
    </dgm:pt>
    <dgm:pt modelId="{57B2ED69-9EEE-43E7-AD12-E1B47E7E96E0}" type="parTrans" cxnId="{EA3F801E-6F23-4909-9E2C-ADB34C3D5C17}">
      <dgm:prSet/>
      <dgm:spPr/>
      <dgm:t>
        <a:bodyPr/>
        <a:lstStyle/>
        <a:p>
          <a:endParaRPr lang="en-US"/>
        </a:p>
      </dgm:t>
    </dgm:pt>
    <dgm:pt modelId="{E3A838D9-33B5-4721-AE26-07CBED16B372}" type="sibTrans" cxnId="{EA3F801E-6F23-4909-9E2C-ADB34C3D5C17}">
      <dgm:prSet/>
      <dgm:spPr/>
      <dgm:t>
        <a:bodyPr/>
        <a:lstStyle/>
        <a:p>
          <a:endParaRPr lang="en-US"/>
        </a:p>
      </dgm:t>
    </dgm:pt>
    <dgm:pt modelId="{02066B65-5487-4997-AA86-266B0DA281ED}">
      <dgm:prSet/>
      <dgm:spPr/>
      <dgm:t>
        <a:bodyPr/>
        <a:lstStyle/>
        <a:p>
          <a:r>
            <a:rPr lang="en-IN"/>
            <a:t>Integrated</a:t>
          </a:r>
          <a:endParaRPr lang="en-US"/>
        </a:p>
      </dgm:t>
    </dgm:pt>
    <dgm:pt modelId="{9B174682-BAA8-4EF5-959A-8CD61220CC54}" type="parTrans" cxnId="{9F0572AC-378E-42B4-A8CC-89BC3D865618}">
      <dgm:prSet/>
      <dgm:spPr/>
      <dgm:t>
        <a:bodyPr/>
        <a:lstStyle/>
        <a:p>
          <a:endParaRPr lang="en-US"/>
        </a:p>
      </dgm:t>
    </dgm:pt>
    <dgm:pt modelId="{87FD13FF-E17E-443A-B081-AF34F5433114}" type="sibTrans" cxnId="{9F0572AC-378E-42B4-A8CC-89BC3D865618}">
      <dgm:prSet/>
      <dgm:spPr/>
      <dgm:t>
        <a:bodyPr/>
        <a:lstStyle/>
        <a:p>
          <a:endParaRPr lang="en-US"/>
        </a:p>
      </dgm:t>
    </dgm:pt>
    <dgm:pt modelId="{F682CC0A-2111-8742-BDE6-39A95F242A63}" type="pres">
      <dgm:prSet presAssocID="{65392CFB-1610-46C1-B87D-DCC35AC6223B}" presName="diagram" presStyleCnt="0">
        <dgm:presLayoutVars>
          <dgm:dir/>
          <dgm:resizeHandles val="exact"/>
        </dgm:presLayoutVars>
      </dgm:prSet>
      <dgm:spPr/>
    </dgm:pt>
    <dgm:pt modelId="{D09BCEF8-E46C-AA44-89C3-36FF5D55BF42}" type="pres">
      <dgm:prSet presAssocID="{4161804E-3CF5-4FE8-AE0A-331733C0CEFA}" presName="node" presStyleLbl="node1" presStyleIdx="0" presStyleCnt="10">
        <dgm:presLayoutVars>
          <dgm:bulletEnabled val="1"/>
        </dgm:presLayoutVars>
      </dgm:prSet>
      <dgm:spPr/>
    </dgm:pt>
    <dgm:pt modelId="{F85828F9-FAAD-B242-8485-B9FE564481F6}" type="pres">
      <dgm:prSet presAssocID="{9EFCD2F0-83BF-4A0F-9298-AB26F7F4A92D}" presName="sibTrans" presStyleCnt="0"/>
      <dgm:spPr/>
    </dgm:pt>
    <dgm:pt modelId="{A058830A-7607-3D4F-85D7-175007CE548E}" type="pres">
      <dgm:prSet presAssocID="{6C966432-BE5C-444D-8D18-F4AF6CBFFF54}" presName="node" presStyleLbl="node1" presStyleIdx="1" presStyleCnt="10">
        <dgm:presLayoutVars>
          <dgm:bulletEnabled val="1"/>
        </dgm:presLayoutVars>
      </dgm:prSet>
      <dgm:spPr/>
    </dgm:pt>
    <dgm:pt modelId="{AE089852-6948-1948-9677-E99E1E069A8C}" type="pres">
      <dgm:prSet presAssocID="{39498F00-B879-43E5-B485-EE2BD4248A8A}" presName="sibTrans" presStyleCnt="0"/>
      <dgm:spPr/>
    </dgm:pt>
    <dgm:pt modelId="{569011D8-AD8D-DB47-9133-3CF243A761D5}" type="pres">
      <dgm:prSet presAssocID="{BEDB9ABA-062B-47E5-9EF2-8DC4DFF9738A}" presName="node" presStyleLbl="node1" presStyleIdx="2" presStyleCnt="10">
        <dgm:presLayoutVars>
          <dgm:bulletEnabled val="1"/>
        </dgm:presLayoutVars>
      </dgm:prSet>
      <dgm:spPr/>
    </dgm:pt>
    <dgm:pt modelId="{1BCDEE51-F923-534B-90AB-D007A36F562E}" type="pres">
      <dgm:prSet presAssocID="{403B8E48-1480-41DA-B733-E8A82531E95E}" presName="sibTrans" presStyleCnt="0"/>
      <dgm:spPr/>
    </dgm:pt>
    <dgm:pt modelId="{3498C9A5-CC5E-3044-B7EB-DAA11BB79E04}" type="pres">
      <dgm:prSet presAssocID="{16922BA1-87DD-4479-A9D6-679EB566CC20}" presName="node" presStyleLbl="node1" presStyleIdx="3" presStyleCnt="10">
        <dgm:presLayoutVars>
          <dgm:bulletEnabled val="1"/>
        </dgm:presLayoutVars>
      </dgm:prSet>
      <dgm:spPr/>
    </dgm:pt>
    <dgm:pt modelId="{76B9DB8C-DF42-034C-856F-EB9E17EDCE76}" type="pres">
      <dgm:prSet presAssocID="{4739A267-6321-49F9-ADE6-BCA0E4183B37}" presName="sibTrans" presStyleCnt="0"/>
      <dgm:spPr/>
    </dgm:pt>
    <dgm:pt modelId="{6E295564-0EE4-2A4F-97EF-3675C3BE9903}" type="pres">
      <dgm:prSet presAssocID="{A0CF7FE8-CCEE-4823-B4FE-0AFEFD708224}" presName="node" presStyleLbl="node1" presStyleIdx="4" presStyleCnt="10">
        <dgm:presLayoutVars>
          <dgm:bulletEnabled val="1"/>
        </dgm:presLayoutVars>
      </dgm:prSet>
      <dgm:spPr/>
    </dgm:pt>
    <dgm:pt modelId="{CC58259C-23D8-8044-A304-55B3793BF13C}" type="pres">
      <dgm:prSet presAssocID="{9C8BAD42-8024-49D3-B2BA-B048409018A6}" presName="sibTrans" presStyleCnt="0"/>
      <dgm:spPr/>
    </dgm:pt>
    <dgm:pt modelId="{7C17DE41-EE57-7845-95F2-84A80AF0CF5C}" type="pres">
      <dgm:prSet presAssocID="{56AA1F07-F0FE-417C-8AE4-6C33CF07B509}" presName="node" presStyleLbl="node1" presStyleIdx="5" presStyleCnt="10">
        <dgm:presLayoutVars>
          <dgm:bulletEnabled val="1"/>
        </dgm:presLayoutVars>
      </dgm:prSet>
      <dgm:spPr/>
    </dgm:pt>
    <dgm:pt modelId="{FCBEC5D4-193D-B548-AEA4-AAA1549F26C0}" type="pres">
      <dgm:prSet presAssocID="{5E000CAA-ACB4-4025-A452-D4129E4F49DD}" presName="sibTrans" presStyleCnt="0"/>
      <dgm:spPr/>
    </dgm:pt>
    <dgm:pt modelId="{7117F950-AF1D-9049-89DE-30FD483ED277}" type="pres">
      <dgm:prSet presAssocID="{F4037281-8409-4A4D-A002-FB5375B23F1B}" presName="node" presStyleLbl="node1" presStyleIdx="6" presStyleCnt="10">
        <dgm:presLayoutVars>
          <dgm:bulletEnabled val="1"/>
        </dgm:presLayoutVars>
      </dgm:prSet>
      <dgm:spPr/>
    </dgm:pt>
    <dgm:pt modelId="{1B7BB22A-8E51-0947-927F-611A5DC2A8F8}" type="pres">
      <dgm:prSet presAssocID="{1F718D54-4769-4AF0-BAC3-09740A782086}" presName="sibTrans" presStyleCnt="0"/>
      <dgm:spPr/>
    </dgm:pt>
    <dgm:pt modelId="{F76F78CE-C303-DD4D-8328-14D6D5873308}" type="pres">
      <dgm:prSet presAssocID="{2D82DC91-1645-4906-969E-315524B55ED1}" presName="node" presStyleLbl="node1" presStyleIdx="7" presStyleCnt="10">
        <dgm:presLayoutVars>
          <dgm:bulletEnabled val="1"/>
        </dgm:presLayoutVars>
      </dgm:prSet>
      <dgm:spPr/>
    </dgm:pt>
    <dgm:pt modelId="{DE9A07D5-6C3B-4B4C-9F3F-0287A2BE85A1}" type="pres">
      <dgm:prSet presAssocID="{85B9FE9F-0B22-4383-A32E-F8BEE34CA473}" presName="sibTrans" presStyleCnt="0"/>
      <dgm:spPr/>
    </dgm:pt>
    <dgm:pt modelId="{48AC820B-B78F-4847-9EB4-C0331A2CA5E8}" type="pres">
      <dgm:prSet presAssocID="{75A541A0-34D9-4497-AE59-7839587ACCB4}" presName="node" presStyleLbl="node1" presStyleIdx="8" presStyleCnt="10">
        <dgm:presLayoutVars>
          <dgm:bulletEnabled val="1"/>
        </dgm:presLayoutVars>
      </dgm:prSet>
      <dgm:spPr/>
    </dgm:pt>
    <dgm:pt modelId="{DBBD26FC-6F2F-9C42-AC01-7CF0B62B8F3E}" type="pres">
      <dgm:prSet presAssocID="{E3A838D9-33B5-4721-AE26-07CBED16B372}" presName="sibTrans" presStyleCnt="0"/>
      <dgm:spPr/>
    </dgm:pt>
    <dgm:pt modelId="{411D3559-E4C7-AC42-8279-A81432D4FD1D}" type="pres">
      <dgm:prSet presAssocID="{02066B65-5487-4997-AA86-266B0DA281ED}" presName="node" presStyleLbl="node1" presStyleIdx="9" presStyleCnt="10">
        <dgm:presLayoutVars>
          <dgm:bulletEnabled val="1"/>
        </dgm:presLayoutVars>
      </dgm:prSet>
      <dgm:spPr/>
    </dgm:pt>
  </dgm:ptLst>
  <dgm:cxnLst>
    <dgm:cxn modelId="{4E154204-A27C-E844-A5EE-3ACD8C0CE4B2}" type="presOf" srcId="{6C966432-BE5C-444D-8D18-F4AF6CBFFF54}" destId="{A058830A-7607-3D4F-85D7-175007CE548E}" srcOrd="0" destOrd="0" presId="urn:microsoft.com/office/officeart/2005/8/layout/default"/>
    <dgm:cxn modelId="{4DAB3108-5965-478B-9284-64D4B314F16E}" srcId="{65392CFB-1610-46C1-B87D-DCC35AC6223B}" destId="{16922BA1-87DD-4479-A9D6-679EB566CC20}" srcOrd="3" destOrd="0" parTransId="{EEF972CB-6C04-4F2E-AD53-5385E11E8A2C}" sibTransId="{4739A267-6321-49F9-ADE6-BCA0E4183B37}"/>
    <dgm:cxn modelId="{145C9A0F-45DE-4D28-A987-CAC790E71977}" srcId="{65392CFB-1610-46C1-B87D-DCC35AC6223B}" destId="{A0CF7FE8-CCEE-4823-B4FE-0AFEFD708224}" srcOrd="4" destOrd="0" parTransId="{4E0DF302-6F57-40C5-8733-0EDA6D2304C7}" sibTransId="{9C8BAD42-8024-49D3-B2BA-B048409018A6}"/>
    <dgm:cxn modelId="{0CDA5313-78DD-4C43-8B9D-2152A6321F7A}" type="presOf" srcId="{BEDB9ABA-062B-47E5-9EF2-8DC4DFF9738A}" destId="{569011D8-AD8D-DB47-9133-3CF243A761D5}" srcOrd="0" destOrd="0" presId="urn:microsoft.com/office/officeart/2005/8/layout/default"/>
    <dgm:cxn modelId="{EA3F801E-6F23-4909-9E2C-ADB34C3D5C17}" srcId="{65392CFB-1610-46C1-B87D-DCC35AC6223B}" destId="{75A541A0-34D9-4497-AE59-7839587ACCB4}" srcOrd="8" destOrd="0" parTransId="{57B2ED69-9EEE-43E7-AD12-E1B47E7E96E0}" sibTransId="{E3A838D9-33B5-4721-AE26-07CBED16B372}"/>
    <dgm:cxn modelId="{F52F5B2C-A364-435E-A661-17089574EAB0}" srcId="{65392CFB-1610-46C1-B87D-DCC35AC6223B}" destId="{4161804E-3CF5-4FE8-AE0A-331733C0CEFA}" srcOrd="0" destOrd="0" parTransId="{40487F74-6DE0-4599-A14E-E0B6F13D30F9}" sibTransId="{9EFCD2F0-83BF-4A0F-9298-AB26F7F4A92D}"/>
    <dgm:cxn modelId="{CCE6BF2D-3E59-4A0E-A554-A6450A97E326}" srcId="{65392CFB-1610-46C1-B87D-DCC35AC6223B}" destId="{6C966432-BE5C-444D-8D18-F4AF6CBFFF54}" srcOrd="1" destOrd="0" parTransId="{9EFDFCA4-7E08-42E8-B7E9-56D21F828859}" sibTransId="{39498F00-B879-43E5-B485-EE2BD4248A8A}"/>
    <dgm:cxn modelId="{0B561432-0EC7-B14B-895A-BE03D2723B70}" type="presOf" srcId="{A0CF7FE8-CCEE-4823-B4FE-0AFEFD708224}" destId="{6E295564-0EE4-2A4F-97EF-3675C3BE9903}" srcOrd="0" destOrd="0" presId="urn:microsoft.com/office/officeart/2005/8/layout/default"/>
    <dgm:cxn modelId="{A4320437-6529-104B-BE6B-A8BD6F31CF76}" type="presOf" srcId="{56AA1F07-F0FE-417C-8AE4-6C33CF07B509}" destId="{7C17DE41-EE57-7845-95F2-84A80AF0CF5C}" srcOrd="0" destOrd="0" presId="urn:microsoft.com/office/officeart/2005/8/layout/default"/>
    <dgm:cxn modelId="{FE363643-CFF1-3A4B-B3F2-509E99A7A448}" type="presOf" srcId="{F4037281-8409-4A4D-A002-FB5375B23F1B}" destId="{7117F950-AF1D-9049-89DE-30FD483ED277}" srcOrd="0" destOrd="0" presId="urn:microsoft.com/office/officeart/2005/8/layout/default"/>
    <dgm:cxn modelId="{6371CB4B-9404-4320-B98B-37ABD3477927}" srcId="{65392CFB-1610-46C1-B87D-DCC35AC6223B}" destId="{F4037281-8409-4A4D-A002-FB5375B23F1B}" srcOrd="6" destOrd="0" parTransId="{D7900A27-6E20-47EE-BE24-3D61B3D6B615}" sibTransId="{1F718D54-4769-4AF0-BAC3-09740A782086}"/>
    <dgm:cxn modelId="{028CFC6F-1571-41F1-B8F6-2DB3079B2376}" srcId="{65392CFB-1610-46C1-B87D-DCC35AC6223B}" destId="{2D82DC91-1645-4906-969E-315524B55ED1}" srcOrd="7" destOrd="0" parTransId="{74D487B9-F0E6-4E20-86E0-9B1CCF118EF7}" sibTransId="{85B9FE9F-0B22-4383-A32E-F8BEE34CA473}"/>
    <dgm:cxn modelId="{9F0572AC-378E-42B4-A8CC-89BC3D865618}" srcId="{65392CFB-1610-46C1-B87D-DCC35AC6223B}" destId="{02066B65-5487-4997-AA86-266B0DA281ED}" srcOrd="9" destOrd="0" parTransId="{9B174682-BAA8-4EF5-959A-8CD61220CC54}" sibTransId="{87FD13FF-E17E-443A-B081-AF34F5433114}"/>
    <dgm:cxn modelId="{61DCB7AC-3319-4E82-87BD-EE6FC1C114CE}" srcId="{65392CFB-1610-46C1-B87D-DCC35AC6223B}" destId="{56AA1F07-F0FE-417C-8AE4-6C33CF07B509}" srcOrd="5" destOrd="0" parTransId="{029692EF-62EB-4A3B-B00C-49CBDBC31E96}" sibTransId="{5E000CAA-ACB4-4025-A452-D4129E4F49DD}"/>
    <dgm:cxn modelId="{889F95B0-B087-B14F-A2B9-29DEFF87A3D0}" type="presOf" srcId="{02066B65-5487-4997-AA86-266B0DA281ED}" destId="{411D3559-E4C7-AC42-8279-A81432D4FD1D}" srcOrd="0" destOrd="0" presId="urn:microsoft.com/office/officeart/2005/8/layout/default"/>
    <dgm:cxn modelId="{1F1861C9-0C40-40F2-B7B1-83D74C3C91BD}" srcId="{65392CFB-1610-46C1-B87D-DCC35AC6223B}" destId="{BEDB9ABA-062B-47E5-9EF2-8DC4DFF9738A}" srcOrd="2" destOrd="0" parTransId="{36F0BC1D-C8B7-424B-B8FF-D084034C6F0A}" sibTransId="{403B8E48-1480-41DA-B733-E8A82531E95E}"/>
    <dgm:cxn modelId="{B068A6D1-A95D-5D4B-8243-A1F0E6A26637}" type="presOf" srcId="{16922BA1-87DD-4479-A9D6-679EB566CC20}" destId="{3498C9A5-CC5E-3044-B7EB-DAA11BB79E04}" srcOrd="0" destOrd="0" presId="urn:microsoft.com/office/officeart/2005/8/layout/default"/>
    <dgm:cxn modelId="{8A06B8DF-F699-8B42-9B12-20189A611573}" type="presOf" srcId="{65392CFB-1610-46C1-B87D-DCC35AC6223B}" destId="{F682CC0A-2111-8742-BDE6-39A95F242A63}" srcOrd="0" destOrd="0" presId="urn:microsoft.com/office/officeart/2005/8/layout/default"/>
    <dgm:cxn modelId="{CC3922E9-C10B-2148-947A-B63863F77A3F}" type="presOf" srcId="{4161804E-3CF5-4FE8-AE0A-331733C0CEFA}" destId="{D09BCEF8-E46C-AA44-89C3-36FF5D55BF42}" srcOrd="0" destOrd="0" presId="urn:microsoft.com/office/officeart/2005/8/layout/default"/>
    <dgm:cxn modelId="{714B95F8-BEBD-1842-B430-17FDDCBD2DD3}" type="presOf" srcId="{2D82DC91-1645-4906-969E-315524B55ED1}" destId="{F76F78CE-C303-DD4D-8328-14D6D5873308}" srcOrd="0" destOrd="0" presId="urn:microsoft.com/office/officeart/2005/8/layout/default"/>
    <dgm:cxn modelId="{9B3FF0F9-C7AC-0341-86F9-3AB4B160DEAC}" type="presOf" srcId="{75A541A0-34D9-4497-AE59-7839587ACCB4}" destId="{48AC820B-B78F-4847-9EB4-C0331A2CA5E8}" srcOrd="0" destOrd="0" presId="urn:microsoft.com/office/officeart/2005/8/layout/default"/>
    <dgm:cxn modelId="{02095BE4-97BA-1C4C-B4BF-0A4D40ADEB17}" type="presParOf" srcId="{F682CC0A-2111-8742-BDE6-39A95F242A63}" destId="{D09BCEF8-E46C-AA44-89C3-36FF5D55BF42}" srcOrd="0" destOrd="0" presId="urn:microsoft.com/office/officeart/2005/8/layout/default"/>
    <dgm:cxn modelId="{C2B70162-8BC1-E144-A39A-C604D7846E14}" type="presParOf" srcId="{F682CC0A-2111-8742-BDE6-39A95F242A63}" destId="{F85828F9-FAAD-B242-8485-B9FE564481F6}" srcOrd="1" destOrd="0" presId="urn:microsoft.com/office/officeart/2005/8/layout/default"/>
    <dgm:cxn modelId="{C7B4C123-70C0-F948-996D-A406E1EC5BD8}" type="presParOf" srcId="{F682CC0A-2111-8742-BDE6-39A95F242A63}" destId="{A058830A-7607-3D4F-85D7-175007CE548E}" srcOrd="2" destOrd="0" presId="urn:microsoft.com/office/officeart/2005/8/layout/default"/>
    <dgm:cxn modelId="{A4D5DDFD-7CD7-3545-B656-2036DE56A509}" type="presParOf" srcId="{F682CC0A-2111-8742-BDE6-39A95F242A63}" destId="{AE089852-6948-1948-9677-E99E1E069A8C}" srcOrd="3" destOrd="0" presId="urn:microsoft.com/office/officeart/2005/8/layout/default"/>
    <dgm:cxn modelId="{67937774-A67E-5B4C-84D7-CB69B4C9321E}" type="presParOf" srcId="{F682CC0A-2111-8742-BDE6-39A95F242A63}" destId="{569011D8-AD8D-DB47-9133-3CF243A761D5}" srcOrd="4" destOrd="0" presId="urn:microsoft.com/office/officeart/2005/8/layout/default"/>
    <dgm:cxn modelId="{742DA8AB-3246-DA49-B473-954682AF2C57}" type="presParOf" srcId="{F682CC0A-2111-8742-BDE6-39A95F242A63}" destId="{1BCDEE51-F923-534B-90AB-D007A36F562E}" srcOrd="5" destOrd="0" presId="urn:microsoft.com/office/officeart/2005/8/layout/default"/>
    <dgm:cxn modelId="{F7CFC7F1-1F48-6F47-96C1-A285524C1617}" type="presParOf" srcId="{F682CC0A-2111-8742-BDE6-39A95F242A63}" destId="{3498C9A5-CC5E-3044-B7EB-DAA11BB79E04}" srcOrd="6" destOrd="0" presId="urn:microsoft.com/office/officeart/2005/8/layout/default"/>
    <dgm:cxn modelId="{F872019A-4D6E-C745-9515-978AA5496EDE}" type="presParOf" srcId="{F682CC0A-2111-8742-BDE6-39A95F242A63}" destId="{76B9DB8C-DF42-034C-856F-EB9E17EDCE76}" srcOrd="7" destOrd="0" presId="urn:microsoft.com/office/officeart/2005/8/layout/default"/>
    <dgm:cxn modelId="{ABE26A39-3356-D14A-8C43-947699F06BD3}" type="presParOf" srcId="{F682CC0A-2111-8742-BDE6-39A95F242A63}" destId="{6E295564-0EE4-2A4F-97EF-3675C3BE9903}" srcOrd="8" destOrd="0" presId="urn:microsoft.com/office/officeart/2005/8/layout/default"/>
    <dgm:cxn modelId="{29AC74C0-8A96-3A4C-BDF0-FFC00D2B975D}" type="presParOf" srcId="{F682CC0A-2111-8742-BDE6-39A95F242A63}" destId="{CC58259C-23D8-8044-A304-55B3793BF13C}" srcOrd="9" destOrd="0" presId="urn:microsoft.com/office/officeart/2005/8/layout/default"/>
    <dgm:cxn modelId="{1D15D089-44ED-2C48-8E54-A1B34CA8D6E5}" type="presParOf" srcId="{F682CC0A-2111-8742-BDE6-39A95F242A63}" destId="{7C17DE41-EE57-7845-95F2-84A80AF0CF5C}" srcOrd="10" destOrd="0" presId="urn:microsoft.com/office/officeart/2005/8/layout/default"/>
    <dgm:cxn modelId="{BD869B9A-2777-5C4A-B774-26B5597399B6}" type="presParOf" srcId="{F682CC0A-2111-8742-BDE6-39A95F242A63}" destId="{FCBEC5D4-193D-B548-AEA4-AAA1549F26C0}" srcOrd="11" destOrd="0" presId="urn:microsoft.com/office/officeart/2005/8/layout/default"/>
    <dgm:cxn modelId="{DEE77EF1-8EF6-454E-A5DE-8C40A4E30B7B}" type="presParOf" srcId="{F682CC0A-2111-8742-BDE6-39A95F242A63}" destId="{7117F950-AF1D-9049-89DE-30FD483ED277}" srcOrd="12" destOrd="0" presId="urn:microsoft.com/office/officeart/2005/8/layout/default"/>
    <dgm:cxn modelId="{CC266EEF-9260-C34C-B9A5-DB8F232F8BBF}" type="presParOf" srcId="{F682CC0A-2111-8742-BDE6-39A95F242A63}" destId="{1B7BB22A-8E51-0947-927F-611A5DC2A8F8}" srcOrd="13" destOrd="0" presId="urn:microsoft.com/office/officeart/2005/8/layout/default"/>
    <dgm:cxn modelId="{C48866B8-42DB-B947-8A50-254F66C23D98}" type="presParOf" srcId="{F682CC0A-2111-8742-BDE6-39A95F242A63}" destId="{F76F78CE-C303-DD4D-8328-14D6D5873308}" srcOrd="14" destOrd="0" presId="urn:microsoft.com/office/officeart/2005/8/layout/default"/>
    <dgm:cxn modelId="{EB653D94-BB8F-2F4C-94A5-403660E52724}" type="presParOf" srcId="{F682CC0A-2111-8742-BDE6-39A95F242A63}" destId="{DE9A07D5-6C3B-4B4C-9F3F-0287A2BE85A1}" srcOrd="15" destOrd="0" presId="urn:microsoft.com/office/officeart/2005/8/layout/default"/>
    <dgm:cxn modelId="{879EACAF-67AF-7945-A150-07B9FA650274}" type="presParOf" srcId="{F682CC0A-2111-8742-BDE6-39A95F242A63}" destId="{48AC820B-B78F-4847-9EB4-C0331A2CA5E8}" srcOrd="16" destOrd="0" presId="urn:microsoft.com/office/officeart/2005/8/layout/default"/>
    <dgm:cxn modelId="{D13DA6FE-FB9E-974E-9DD2-DE6FBD4799C8}" type="presParOf" srcId="{F682CC0A-2111-8742-BDE6-39A95F242A63}" destId="{DBBD26FC-6F2F-9C42-AC01-7CF0B62B8F3E}" srcOrd="17" destOrd="0" presId="urn:microsoft.com/office/officeart/2005/8/layout/default"/>
    <dgm:cxn modelId="{BC0BC62B-E082-B040-99E4-936E70B67CDA}" type="presParOf" srcId="{F682CC0A-2111-8742-BDE6-39A95F242A63}" destId="{411D3559-E4C7-AC42-8279-A81432D4FD1D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37A031F-B44A-412E-9720-DE6399F66FAA}" type="doc">
      <dgm:prSet loTypeId="urn:microsoft.com/office/officeart/2005/8/layout/default" loCatId="list" qsTypeId="urn:microsoft.com/office/officeart/2005/8/quickstyle/simple4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085D98EE-3D86-48AB-8CF3-69276A4F78F1}">
      <dgm:prSet/>
      <dgm:spPr/>
      <dgm:t>
        <a:bodyPr/>
        <a:lstStyle/>
        <a:p>
          <a:r>
            <a:rPr lang="en-IN"/>
            <a:t>Web Application</a:t>
          </a:r>
          <a:endParaRPr lang="en-US"/>
        </a:p>
      </dgm:t>
    </dgm:pt>
    <dgm:pt modelId="{1EF39E67-18CD-4FEA-9A6B-630F77C07705}" type="parTrans" cxnId="{25D63800-C994-4451-A04C-3ED2C7DDFE2A}">
      <dgm:prSet/>
      <dgm:spPr/>
      <dgm:t>
        <a:bodyPr/>
        <a:lstStyle/>
        <a:p>
          <a:endParaRPr lang="en-US"/>
        </a:p>
      </dgm:t>
    </dgm:pt>
    <dgm:pt modelId="{394CDFD8-48CA-4BC6-B370-B2AD89C3D9FF}" type="sibTrans" cxnId="{25D63800-C994-4451-A04C-3ED2C7DDFE2A}">
      <dgm:prSet/>
      <dgm:spPr/>
      <dgm:t>
        <a:bodyPr/>
        <a:lstStyle/>
        <a:p>
          <a:endParaRPr lang="en-US"/>
        </a:p>
      </dgm:t>
    </dgm:pt>
    <dgm:pt modelId="{9563AD0D-5A27-45B8-B668-C5F558C02450}">
      <dgm:prSet/>
      <dgm:spPr/>
      <dgm:t>
        <a:bodyPr/>
        <a:lstStyle/>
        <a:p>
          <a:r>
            <a:rPr lang="en-IN"/>
            <a:t>Desktop GUI Application</a:t>
          </a:r>
          <a:endParaRPr lang="en-US"/>
        </a:p>
      </dgm:t>
    </dgm:pt>
    <dgm:pt modelId="{47BBE381-3DC9-4A7C-B8F4-104455D77CBA}" type="parTrans" cxnId="{E553988F-EB5F-4CA0-A9EB-39FBFCBE5443}">
      <dgm:prSet/>
      <dgm:spPr/>
      <dgm:t>
        <a:bodyPr/>
        <a:lstStyle/>
        <a:p>
          <a:endParaRPr lang="en-US"/>
        </a:p>
      </dgm:t>
    </dgm:pt>
    <dgm:pt modelId="{0A073AB8-09A9-4BD4-B188-107CF4AE7E36}" type="sibTrans" cxnId="{E553988F-EB5F-4CA0-A9EB-39FBFCBE5443}">
      <dgm:prSet/>
      <dgm:spPr/>
      <dgm:t>
        <a:bodyPr/>
        <a:lstStyle/>
        <a:p>
          <a:endParaRPr lang="en-US"/>
        </a:p>
      </dgm:t>
    </dgm:pt>
    <dgm:pt modelId="{D6BFDE7B-2B7C-4CCF-AFBC-19617F194490}">
      <dgm:prSet/>
      <dgm:spPr/>
      <dgm:t>
        <a:bodyPr/>
        <a:lstStyle/>
        <a:p>
          <a:r>
            <a:rPr lang="en-IN"/>
            <a:t>Software Development</a:t>
          </a:r>
          <a:endParaRPr lang="en-US"/>
        </a:p>
      </dgm:t>
    </dgm:pt>
    <dgm:pt modelId="{3BB9142C-A8FE-4536-89BA-FCA4E5B038DC}" type="parTrans" cxnId="{80BA94CF-1BA1-41FC-957E-572B77D1C51E}">
      <dgm:prSet/>
      <dgm:spPr/>
      <dgm:t>
        <a:bodyPr/>
        <a:lstStyle/>
        <a:p>
          <a:endParaRPr lang="en-US"/>
        </a:p>
      </dgm:t>
    </dgm:pt>
    <dgm:pt modelId="{403DD026-A349-4AA2-8296-DAEDC3301C39}" type="sibTrans" cxnId="{80BA94CF-1BA1-41FC-957E-572B77D1C51E}">
      <dgm:prSet/>
      <dgm:spPr/>
      <dgm:t>
        <a:bodyPr/>
        <a:lstStyle/>
        <a:p>
          <a:endParaRPr lang="en-US"/>
        </a:p>
      </dgm:t>
    </dgm:pt>
    <dgm:pt modelId="{C1A02D73-A979-4AF8-B98E-C2D546E67D78}">
      <dgm:prSet/>
      <dgm:spPr/>
      <dgm:t>
        <a:bodyPr/>
        <a:lstStyle/>
        <a:p>
          <a:r>
            <a:rPr lang="en-IN"/>
            <a:t>Scientific &amp; Numeric</a:t>
          </a:r>
          <a:endParaRPr lang="en-US"/>
        </a:p>
      </dgm:t>
    </dgm:pt>
    <dgm:pt modelId="{8E4C8A8B-22D7-47D7-98DB-4AB13F691B3E}" type="parTrans" cxnId="{EC5111A4-2327-4B5C-96F4-8A6BBE671493}">
      <dgm:prSet/>
      <dgm:spPr/>
      <dgm:t>
        <a:bodyPr/>
        <a:lstStyle/>
        <a:p>
          <a:endParaRPr lang="en-US"/>
        </a:p>
      </dgm:t>
    </dgm:pt>
    <dgm:pt modelId="{04A82393-D486-45FD-A37C-3A22ED376167}" type="sibTrans" cxnId="{EC5111A4-2327-4B5C-96F4-8A6BBE671493}">
      <dgm:prSet/>
      <dgm:spPr/>
      <dgm:t>
        <a:bodyPr/>
        <a:lstStyle/>
        <a:p>
          <a:endParaRPr lang="en-US"/>
        </a:p>
      </dgm:t>
    </dgm:pt>
    <dgm:pt modelId="{AAF0F31E-1255-49AC-96A0-DFFE2589E8D0}">
      <dgm:prSet/>
      <dgm:spPr/>
      <dgm:t>
        <a:bodyPr/>
        <a:lstStyle/>
        <a:p>
          <a:r>
            <a:rPr lang="en-IN"/>
            <a:t>Business Application</a:t>
          </a:r>
          <a:endParaRPr lang="en-US"/>
        </a:p>
      </dgm:t>
    </dgm:pt>
    <dgm:pt modelId="{8A58C5A1-7B7C-411C-BA92-A70CF7D7DE65}" type="parTrans" cxnId="{13FCFEBD-5036-409E-96AB-78A439C43E48}">
      <dgm:prSet/>
      <dgm:spPr/>
      <dgm:t>
        <a:bodyPr/>
        <a:lstStyle/>
        <a:p>
          <a:endParaRPr lang="en-US"/>
        </a:p>
      </dgm:t>
    </dgm:pt>
    <dgm:pt modelId="{1AA5D882-2DC2-4015-AD52-B53E1DCD0098}" type="sibTrans" cxnId="{13FCFEBD-5036-409E-96AB-78A439C43E48}">
      <dgm:prSet/>
      <dgm:spPr/>
      <dgm:t>
        <a:bodyPr/>
        <a:lstStyle/>
        <a:p>
          <a:endParaRPr lang="en-US"/>
        </a:p>
      </dgm:t>
    </dgm:pt>
    <dgm:pt modelId="{97B2CDE5-4D02-4DBA-802F-54E98C4289EC}">
      <dgm:prSet/>
      <dgm:spPr/>
      <dgm:t>
        <a:bodyPr/>
        <a:lstStyle/>
        <a:p>
          <a:r>
            <a:rPr lang="en-IN"/>
            <a:t>Console Based Applications</a:t>
          </a:r>
          <a:endParaRPr lang="en-US"/>
        </a:p>
      </dgm:t>
    </dgm:pt>
    <dgm:pt modelId="{F1D2C3CD-BFE3-4DE5-9168-789CAA622D2D}" type="parTrans" cxnId="{FE221302-48B4-4661-BA27-C7F8F0C40BF9}">
      <dgm:prSet/>
      <dgm:spPr/>
      <dgm:t>
        <a:bodyPr/>
        <a:lstStyle/>
        <a:p>
          <a:endParaRPr lang="en-US"/>
        </a:p>
      </dgm:t>
    </dgm:pt>
    <dgm:pt modelId="{C29D2690-0DBB-4AFA-87A5-775800043A67}" type="sibTrans" cxnId="{FE221302-48B4-4661-BA27-C7F8F0C40BF9}">
      <dgm:prSet/>
      <dgm:spPr/>
      <dgm:t>
        <a:bodyPr/>
        <a:lstStyle/>
        <a:p>
          <a:endParaRPr lang="en-US"/>
        </a:p>
      </dgm:t>
    </dgm:pt>
    <dgm:pt modelId="{D1412EF5-53AC-47B2-AE03-4FADA95C4DBA}">
      <dgm:prSet/>
      <dgm:spPr/>
      <dgm:t>
        <a:bodyPr/>
        <a:lstStyle/>
        <a:p>
          <a:r>
            <a:rPr lang="en-IN"/>
            <a:t>Audio or Video based Applications</a:t>
          </a:r>
          <a:endParaRPr lang="en-US"/>
        </a:p>
      </dgm:t>
    </dgm:pt>
    <dgm:pt modelId="{E9B98BB4-7764-4913-A539-4D9195D13FA5}" type="parTrans" cxnId="{53FDC531-B93F-43A1-AA82-DB9C46E12FB9}">
      <dgm:prSet/>
      <dgm:spPr/>
      <dgm:t>
        <a:bodyPr/>
        <a:lstStyle/>
        <a:p>
          <a:endParaRPr lang="en-US"/>
        </a:p>
      </dgm:t>
    </dgm:pt>
    <dgm:pt modelId="{5E5F6C5F-9B00-4B00-BDF3-64D617954AAA}" type="sibTrans" cxnId="{53FDC531-B93F-43A1-AA82-DB9C46E12FB9}">
      <dgm:prSet/>
      <dgm:spPr/>
      <dgm:t>
        <a:bodyPr/>
        <a:lstStyle/>
        <a:p>
          <a:endParaRPr lang="en-US"/>
        </a:p>
      </dgm:t>
    </dgm:pt>
    <dgm:pt modelId="{BFD3E4F2-9C2B-484E-8D1F-493925197621}">
      <dgm:prSet/>
      <dgm:spPr/>
      <dgm:t>
        <a:bodyPr/>
        <a:lstStyle/>
        <a:p>
          <a:r>
            <a:rPr lang="en-IN"/>
            <a:t>3D CAD Applications</a:t>
          </a:r>
          <a:endParaRPr lang="en-US"/>
        </a:p>
      </dgm:t>
    </dgm:pt>
    <dgm:pt modelId="{D6FE2DA0-4750-491E-A409-3E6BD9C05FBB}" type="parTrans" cxnId="{DC3FC11C-7A34-4D8C-AF7F-2A90DE19FD8D}">
      <dgm:prSet/>
      <dgm:spPr/>
      <dgm:t>
        <a:bodyPr/>
        <a:lstStyle/>
        <a:p>
          <a:endParaRPr lang="en-US"/>
        </a:p>
      </dgm:t>
    </dgm:pt>
    <dgm:pt modelId="{66E758FC-C4D3-46F7-BEB4-22F8A2546F50}" type="sibTrans" cxnId="{DC3FC11C-7A34-4D8C-AF7F-2A90DE19FD8D}">
      <dgm:prSet/>
      <dgm:spPr/>
      <dgm:t>
        <a:bodyPr/>
        <a:lstStyle/>
        <a:p>
          <a:endParaRPr lang="en-US"/>
        </a:p>
      </dgm:t>
    </dgm:pt>
    <dgm:pt modelId="{C63FD8F7-F234-49AE-9FE6-5E7A83DB708C}">
      <dgm:prSet/>
      <dgm:spPr/>
      <dgm:t>
        <a:bodyPr/>
        <a:lstStyle/>
        <a:p>
          <a:r>
            <a:rPr lang="en-IN"/>
            <a:t>Enterprise Applications</a:t>
          </a:r>
          <a:endParaRPr lang="en-US"/>
        </a:p>
      </dgm:t>
    </dgm:pt>
    <dgm:pt modelId="{2EF18436-5DBA-4EFB-B4C7-B89E52FC758C}" type="parTrans" cxnId="{8F03F28D-CF6A-4C91-819D-EA8C55278A23}">
      <dgm:prSet/>
      <dgm:spPr/>
      <dgm:t>
        <a:bodyPr/>
        <a:lstStyle/>
        <a:p>
          <a:endParaRPr lang="en-US"/>
        </a:p>
      </dgm:t>
    </dgm:pt>
    <dgm:pt modelId="{0891E9FB-24F6-4A8F-A7F0-CCEC08C1DB10}" type="sibTrans" cxnId="{8F03F28D-CF6A-4C91-819D-EA8C55278A23}">
      <dgm:prSet/>
      <dgm:spPr/>
      <dgm:t>
        <a:bodyPr/>
        <a:lstStyle/>
        <a:p>
          <a:endParaRPr lang="en-US"/>
        </a:p>
      </dgm:t>
    </dgm:pt>
    <dgm:pt modelId="{B5AF4055-410A-4DCA-A48A-5C8B8EFB37C9}">
      <dgm:prSet/>
      <dgm:spPr/>
      <dgm:t>
        <a:bodyPr/>
        <a:lstStyle/>
        <a:p>
          <a:r>
            <a:rPr lang="en-IN"/>
            <a:t>Application for Images</a:t>
          </a:r>
          <a:endParaRPr lang="en-US"/>
        </a:p>
      </dgm:t>
    </dgm:pt>
    <dgm:pt modelId="{24C7398D-F1E1-4147-9045-5E2E066BD5EB}" type="parTrans" cxnId="{643CA101-21BE-43BE-A174-7522190EF8B0}">
      <dgm:prSet/>
      <dgm:spPr/>
      <dgm:t>
        <a:bodyPr/>
        <a:lstStyle/>
        <a:p>
          <a:endParaRPr lang="en-US"/>
        </a:p>
      </dgm:t>
    </dgm:pt>
    <dgm:pt modelId="{59F6847D-CFA3-4D23-A356-3F2F405708BB}" type="sibTrans" cxnId="{643CA101-21BE-43BE-A174-7522190EF8B0}">
      <dgm:prSet/>
      <dgm:spPr/>
      <dgm:t>
        <a:bodyPr/>
        <a:lstStyle/>
        <a:p>
          <a:endParaRPr lang="en-US"/>
        </a:p>
      </dgm:t>
    </dgm:pt>
    <dgm:pt modelId="{1D6155E5-FFFB-AF4C-A323-E14B5C113B3D}" type="pres">
      <dgm:prSet presAssocID="{B37A031F-B44A-412E-9720-DE6399F66FAA}" presName="diagram" presStyleCnt="0">
        <dgm:presLayoutVars>
          <dgm:dir/>
          <dgm:resizeHandles val="exact"/>
        </dgm:presLayoutVars>
      </dgm:prSet>
      <dgm:spPr/>
    </dgm:pt>
    <dgm:pt modelId="{72F6FE22-F9E7-F640-A611-7636DCB6A6FA}" type="pres">
      <dgm:prSet presAssocID="{085D98EE-3D86-48AB-8CF3-69276A4F78F1}" presName="node" presStyleLbl="node1" presStyleIdx="0" presStyleCnt="10">
        <dgm:presLayoutVars>
          <dgm:bulletEnabled val="1"/>
        </dgm:presLayoutVars>
      </dgm:prSet>
      <dgm:spPr/>
    </dgm:pt>
    <dgm:pt modelId="{CD0FA541-B922-E040-8068-70DEC9E8B940}" type="pres">
      <dgm:prSet presAssocID="{394CDFD8-48CA-4BC6-B370-B2AD89C3D9FF}" presName="sibTrans" presStyleCnt="0"/>
      <dgm:spPr/>
    </dgm:pt>
    <dgm:pt modelId="{8A96A3DA-4F9A-764C-9A2D-D8C36A7C5AB2}" type="pres">
      <dgm:prSet presAssocID="{9563AD0D-5A27-45B8-B668-C5F558C02450}" presName="node" presStyleLbl="node1" presStyleIdx="1" presStyleCnt="10">
        <dgm:presLayoutVars>
          <dgm:bulletEnabled val="1"/>
        </dgm:presLayoutVars>
      </dgm:prSet>
      <dgm:spPr/>
    </dgm:pt>
    <dgm:pt modelId="{B756F2CB-0C74-6541-9F8A-A9A5EEA59863}" type="pres">
      <dgm:prSet presAssocID="{0A073AB8-09A9-4BD4-B188-107CF4AE7E36}" presName="sibTrans" presStyleCnt="0"/>
      <dgm:spPr/>
    </dgm:pt>
    <dgm:pt modelId="{FB276115-E273-4548-A8C4-59DCCA6C02DD}" type="pres">
      <dgm:prSet presAssocID="{D6BFDE7B-2B7C-4CCF-AFBC-19617F194490}" presName="node" presStyleLbl="node1" presStyleIdx="2" presStyleCnt="10">
        <dgm:presLayoutVars>
          <dgm:bulletEnabled val="1"/>
        </dgm:presLayoutVars>
      </dgm:prSet>
      <dgm:spPr/>
    </dgm:pt>
    <dgm:pt modelId="{286105D8-C7D5-2B4C-AE0D-B10377CAD1C4}" type="pres">
      <dgm:prSet presAssocID="{403DD026-A349-4AA2-8296-DAEDC3301C39}" presName="sibTrans" presStyleCnt="0"/>
      <dgm:spPr/>
    </dgm:pt>
    <dgm:pt modelId="{D416BBB9-6B2F-6341-AF9F-4580B8E8C582}" type="pres">
      <dgm:prSet presAssocID="{C1A02D73-A979-4AF8-B98E-C2D546E67D78}" presName="node" presStyleLbl="node1" presStyleIdx="3" presStyleCnt="10">
        <dgm:presLayoutVars>
          <dgm:bulletEnabled val="1"/>
        </dgm:presLayoutVars>
      </dgm:prSet>
      <dgm:spPr/>
    </dgm:pt>
    <dgm:pt modelId="{18069C02-5FF2-6F42-9BEC-FF6602069BCE}" type="pres">
      <dgm:prSet presAssocID="{04A82393-D486-45FD-A37C-3A22ED376167}" presName="sibTrans" presStyleCnt="0"/>
      <dgm:spPr/>
    </dgm:pt>
    <dgm:pt modelId="{429F2886-412B-D346-A49B-B6A57BF3F4A2}" type="pres">
      <dgm:prSet presAssocID="{AAF0F31E-1255-49AC-96A0-DFFE2589E8D0}" presName="node" presStyleLbl="node1" presStyleIdx="4" presStyleCnt="10">
        <dgm:presLayoutVars>
          <dgm:bulletEnabled val="1"/>
        </dgm:presLayoutVars>
      </dgm:prSet>
      <dgm:spPr/>
    </dgm:pt>
    <dgm:pt modelId="{7FAC2847-1C92-0747-91CE-71FD3DCCD5E0}" type="pres">
      <dgm:prSet presAssocID="{1AA5D882-2DC2-4015-AD52-B53E1DCD0098}" presName="sibTrans" presStyleCnt="0"/>
      <dgm:spPr/>
    </dgm:pt>
    <dgm:pt modelId="{8362CF3E-8B1D-CF4D-B8C5-BF2F1D76CABB}" type="pres">
      <dgm:prSet presAssocID="{97B2CDE5-4D02-4DBA-802F-54E98C4289EC}" presName="node" presStyleLbl="node1" presStyleIdx="5" presStyleCnt="10">
        <dgm:presLayoutVars>
          <dgm:bulletEnabled val="1"/>
        </dgm:presLayoutVars>
      </dgm:prSet>
      <dgm:spPr/>
    </dgm:pt>
    <dgm:pt modelId="{C222395C-FD95-D44D-A0B2-2175448ABC34}" type="pres">
      <dgm:prSet presAssocID="{C29D2690-0DBB-4AFA-87A5-775800043A67}" presName="sibTrans" presStyleCnt="0"/>
      <dgm:spPr/>
    </dgm:pt>
    <dgm:pt modelId="{153454F1-8D63-B644-89E0-80D5344AE07F}" type="pres">
      <dgm:prSet presAssocID="{D1412EF5-53AC-47B2-AE03-4FADA95C4DBA}" presName="node" presStyleLbl="node1" presStyleIdx="6" presStyleCnt="10">
        <dgm:presLayoutVars>
          <dgm:bulletEnabled val="1"/>
        </dgm:presLayoutVars>
      </dgm:prSet>
      <dgm:spPr/>
    </dgm:pt>
    <dgm:pt modelId="{A291ED2B-E1EB-094D-87E3-447A06A83385}" type="pres">
      <dgm:prSet presAssocID="{5E5F6C5F-9B00-4B00-BDF3-64D617954AAA}" presName="sibTrans" presStyleCnt="0"/>
      <dgm:spPr/>
    </dgm:pt>
    <dgm:pt modelId="{40322112-C06E-2C4E-AFAE-D9AE8F4D3341}" type="pres">
      <dgm:prSet presAssocID="{BFD3E4F2-9C2B-484E-8D1F-493925197621}" presName="node" presStyleLbl="node1" presStyleIdx="7" presStyleCnt="10">
        <dgm:presLayoutVars>
          <dgm:bulletEnabled val="1"/>
        </dgm:presLayoutVars>
      </dgm:prSet>
      <dgm:spPr/>
    </dgm:pt>
    <dgm:pt modelId="{0E1CCAE7-9110-2F4E-BA89-7612D97AC376}" type="pres">
      <dgm:prSet presAssocID="{66E758FC-C4D3-46F7-BEB4-22F8A2546F50}" presName="sibTrans" presStyleCnt="0"/>
      <dgm:spPr/>
    </dgm:pt>
    <dgm:pt modelId="{4CBC2C62-4AB8-774E-9F36-45141C272724}" type="pres">
      <dgm:prSet presAssocID="{C63FD8F7-F234-49AE-9FE6-5E7A83DB708C}" presName="node" presStyleLbl="node1" presStyleIdx="8" presStyleCnt="10">
        <dgm:presLayoutVars>
          <dgm:bulletEnabled val="1"/>
        </dgm:presLayoutVars>
      </dgm:prSet>
      <dgm:spPr/>
    </dgm:pt>
    <dgm:pt modelId="{D080ED72-8352-EE4C-826F-527AAF340787}" type="pres">
      <dgm:prSet presAssocID="{0891E9FB-24F6-4A8F-A7F0-CCEC08C1DB10}" presName="sibTrans" presStyleCnt="0"/>
      <dgm:spPr/>
    </dgm:pt>
    <dgm:pt modelId="{BC344C62-82CF-E942-9918-3BE929DA6CE6}" type="pres">
      <dgm:prSet presAssocID="{B5AF4055-410A-4DCA-A48A-5C8B8EFB37C9}" presName="node" presStyleLbl="node1" presStyleIdx="9" presStyleCnt="10">
        <dgm:presLayoutVars>
          <dgm:bulletEnabled val="1"/>
        </dgm:presLayoutVars>
      </dgm:prSet>
      <dgm:spPr/>
    </dgm:pt>
  </dgm:ptLst>
  <dgm:cxnLst>
    <dgm:cxn modelId="{25D63800-C994-4451-A04C-3ED2C7DDFE2A}" srcId="{B37A031F-B44A-412E-9720-DE6399F66FAA}" destId="{085D98EE-3D86-48AB-8CF3-69276A4F78F1}" srcOrd="0" destOrd="0" parTransId="{1EF39E67-18CD-4FEA-9A6B-630F77C07705}" sibTransId="{394CDFD8-48CA-4BC6-B370-B2AD89C3D9FF}"/>
    <dgm:cxn modelId="{643CA101-21BE-43BE-A174-7522190EF8B0}" srcId="{B37A031F-B44A-412E-9720-DE6399F66FAA}" destId="{B5AF4055-410A-4DCA-A48A-5C8B8EFB37C9}" srcOrd="9" destOrd="0" parTransId="{24C7398D-F1E1-4147-9045-5E2E066BD5EB}" sibTransId="{59F6847D-CFA3-4D23-A356-3F2F405708BB}"/>
    <dgm:cxn modelId="{FE221302-48B4-4661-BA27-C7F8F0C40BF9}" srcId="{B37A031F-B44A-412E-9720-DE6399F66FAA}" destId="{97B2CDE5-4D02-4DBA-802F-54E98C4289EC}" srcOrd="5" destOrd="0" parTransId="{F1D2C3CD-BFE3-4DE5-9168-789CAA622D2D}" sibTransId="{C29D2690-0DBB-4AFA-87A5-775800043A67}"/>
    <dgm:cxn modelId="{8DB52D0C-BA98-8A43-82DC-769D3A03085A}" type="presOf" srcId="{9563AD0D-5A27-45B8-B668-C5F558C02450}" destId="{8A96A3DA-4F9A-764C-9A2D-D8C36A7C5AB2}" srcOrd="0" destOrd="0" presId="urn:microsoft.com/office/officeart/2005/8/layout/default"/>
    <dgm:cxn modelId="{DC3FC11C-7A34-4D8C-AF7F-2A90DE19FD8D}" srcId="{B37A031F-B44A-412E-9720-DE6399F66FAA}" destId="{BFD3E4F2-9C2B-484E-8D1F-493925197621}" srcOrd="7" destOrd="0" parTransId="{D6FE2DA0-4750-491E-A409-3E6BD9C05FBB}" sibTransId="{66E758FC-C4D3-46F7-BEB4-22F8A2546F50}"/>
    <dgm:cxn modelId="{FC707B22-94B8-524C-83C0-9ACA3A267A80}" type="presOf" srcId="{D6BFDE7B-2B7C-4CCF-AFBC-19617F194490}" destId="{FB276115-E273-4548-A8C4-59DCCA6C02DD}" srcOrd="0" destOrd="0" presId="urn:microsoft.com/office/officeart/2005/8/layout/default"/>
    <dgm:cxn modelId="{9CFAAD29-C988-C04C-970D-ED978FF850F4}" type="presOf" srcId="{BFD3E4F2-9C2B-484E-8D1F-493925197621}" destId="{40322112-C06E-2C4E-AFAE-D9AE8F4D3341}" srcOrd="0" destOrd="0" presId="urn:microsoft.com/office/officeart/2005/8/layout/default"/>
    <dgm:cxn modelId="{53FDC531-B93F-43A1-AA82-DB9C46E12FB9}" srcId="{B37A031F-B44A-412E-9720-DE6399F66FAA}" destId="{D1412EF5-53AC-47B2-AE03-4FADA95C4DBA}" srcOrd="6" destOrd="0" parTransId="{E9B98BB4-7764-4913-A539-4D9195D13FA5}" sibTransId="{5E5F6C5F-9B00-4B00-BDF3-64D617954AAA}"/>
    <dgm:cxn modelId="{B4D8CF31-263F-6F43-A5F2-E5193A3C2C1E}" type="presOf" srcId="{085D98EE-3D86-48AB-8CF3-69276A4F78F1}" destId="{72F6FE22-F9E7-F640-A611-7636DCB6A6FA}" srcOrd="0" destOrd="0" presId="urn:microsoft.com/office/officeart/2005/8/layout/default"/>
    <dgm:cxn modelId="{3F94A368-DC17-984D-8B6A-3B8EB9609946}" type="presOf" srcId="{97B2CDE5-4D02-4DBA-802F-54E98C4289EC}" destId="{8362CF3E-8B1D-CF4D-B8C5-BF2F1D76CABB}" srcOrd="0" destOrd="0" presId="urn:microsoft.com/office/officeart/2005/8/layout/default"/>
    <dgm:cxn modelId="{55DF534D-4CF9-E74E-9C1A-6210FA9D07AA}" type="presOf" srcId="{AAF0F31E-1255-49AC-96A0-DFFE2589E8D0}" destId="{429F2886-412B-D346-A49B-B6A57BF3F4A2}" srcOrd="0" destOrd="0" presId="urn:microsoft.com/office/officeart/2005/8/layout/default"/>
    <dgm:cxn modelId="{C2BFCF4F-9BFA-6C48-9530-08B41E2FD171}" type="presOf" srcId="{D1412EF5-53AC-47B2-AE03-4FADA95C4DBA}" destId="{153454F1-8D63-B644-89E0-80D5344AE07F}" srcOrd="0" destOrd="0" presId="urn:microsoft.com/office/officeart/2005/8/layout/default"/>
    <dgm:cxn modelId="{34AD3E70-D68D-3647-8C9E-BF8ED5FA0ECE}" type="presOf" srcId="{B5AF4055-410A-4DCA-A48A-5C8B8EFB37C9}" destId="{BC344C62-82CF-E942-9918-3BE929DA6CE6}" srcOrd="0" destOrd="0" presId="urn:microsoft.com/office/officeart/2005/8/layout/default"/>
    <dgm:cxn modelId="{51C53D73-F501-144A-938E-5FCED9C2DB82}" type="presOf" srcId="{C1A02D73-A979-4AF8-B98E-C2D546E67D78}" destId="{D416BBB9-6B2F-6341-AF9F-4580B8E8C582}" srcOrd="0" destOrd="0" presId="urn:microsoft.com/office/officeart/2005/8/layout/default"/>
    <dgm:cxn modelId="{8F03F28D-CF6A-4C91-819D-EA8C55278A23}" srcId="{B37A031F-B44A-412E-9720-DE6399F66FAA}" destId="{C63FD8F7-F234-49AE-9FE6-5E7A83DB708C}" srcOrd="8" destOrd="0" parTransId="{2EF18436-5DBA-4EFB-B4C7-B89E52FC758C}" sibTransId="{0891E9FB-24F6-4A8F-A7F0-CCEC08C1DB10}"/>
    <dgm:cxn modelId="{E553988F-EB5F-4CA0-A9EB-39FBFCBE5443}" srcId="{B37A031F-B44A-412E-9720-DE6399F66FAA}" destId="{9563AD0D-5A27-45B8-B668-C5F558C02450}" srcOrd="1" destOrd="0" parTransId="{47BBE381-3DC9-4A7C-B8F4-104455D77CBA}" sibTransId="{0A073AB8-09A9-4BD4-B188-107CF4AE7E36}"/>
    <dgm:cxn modelId="{A783A795-7F92-9E47-A575-4A7E59DA11BF}" type="presOf" srcId="{B37A031F-B44A-412E-9720-DE6399F66FAA}" destId="{1D6155E5-FFFB-AF4C-A323-E14B5C113B3D}" srcOrd="0" destOrd="0" presId="urn:microsoft.com/office/officeart/2005/8/layout/default"/>
    <dgm:cxn modelId="{EC5111A4-2327-4B5C-96F4-8A6BBE671493}" srcId="{B37A031F-B44A-412E-9720-DE6399F66FAA}" destId="{C1A02D73-A979-4AF8-B98E-C2D546E67D78}" srcOrd="3" destOrd="0" parTransId="{8E4C8A8B-22D7-47D7-98DB-4AB13F691B3E}" sibTransId="{04A82393-D486-45FD-A37C-3A22ED376167}"/>
    <dgm:cxn modelId="{13FCFEBD-5036-409E-96AB-78A439C43E48}" srcId="{B37A031F-B44A-412E-9720-DE6399F66FAA}" destId="{AAF0F31E-1255-49AC-96A0-DFFE2589E8D0}" srcOrd="4" destOrd="0" parTransId="{8A58C5A1-7B7C-411C-BA92-A70CF7D7DE65}" sibTransId="{1AA5D882-2DC2-4015-AD52-B53E1DCD0098}"/>
    <dgm:cxn modelId="{80BA94CF-1BA1-41FC-957E-572B77D1C51E}" srcId="{B37A031F-B44A-412E-9720-DE6399F66FAA}" destId="{D6BFDE7B-2B7C-4CCF-AFBC-19617F194490}" srcOrd="2" destOrd="0" parTransId="{3BB9142C-A8FE-4536-89BA-FCA4E5B038DC}" sibTransId="{403DD026-A349-4AA2-8296-DAEDC3301C39}"/>
    <dgm:cxn modelId="{CFB7BBF7-992E-9D46-9DDB-3EB4D29F68FD}" type="presOf" srcId="{C63FD8F7-F234-49AE-9FE6-5E7A83DB708C}" destId="{4CBC2C62-4AB8-774E-9F36-45141C272724}" srcOrd="0" destOrd="0" presId="urn:microsoft.com/office/officeart/2005/8/layout/default"/>
    <dgm:cxn modelId="{75A492B8-C2D5-7B41-9B33-5D85EF10CE46}" type="presParOf" srcId="{1D6155E5-FFFB-AF4C-A323-E14B5C113B3D}" destId="{72F6FE22-F9E7-F640-A611-7636DCB6A6FA}" srcOrd="0" destOrd="0" presId="urn:microsoft.com/office/officeart/2005/8/layout/default"/>
    <dgm:cxn modelId="{D4971148-A2D2-414D-A76D-DBFCCE70C59A}" type="presParOf" srcId="{1D6155E5-FFFB-AF4C-A323-E14B5C113B3D}" destId="{CD0FA541-B922-E040-8068-70DEC9E8B940}" srcOrd="1" destOrd="0" presId="urn:microsoft.com/office/officeart/2005/8/layout/default"/>
    <dgm:cxn modelId="{CA34ABD6-7C33-414B-ADC8-EF4336166B9F}" type="presParOf" srcId="{1D6155E5-FFFB-AF4C-A323-E14B5C113B3D}" destId="{8A96A3DA-4F9A-764C-9A2D-D8C36A7C5AB2}" srcOrd="2" destOrd="0" presId="urn:microsoft.com/office/officeart/2005/8/layout/default"/>
    <dgm:cxn modelId="{AB042D82-8FF8-3149-9BA8-7B1D4E276C76}" type="presParOf" srcId="{1D6155E5-FFFB-AF4C-A323-E14B5C113B3D}" destId="{B756F2CB-0C74-6541-9F8A-A9A5EEA59863}" srcOrd="3" destOrd="0" presId="urn:microsoft.com/office/officeart/2005/8/layout/default"/>
    <dgm:cxn modelId="{0F7A0C37-5C15-0E43-B7F7-E1C7F06DBEDD}" type="presParOf" srcId="{1D6155E5-FFFB-AF4C-A323-E14B5C113B3D}" destId="{FB276115-E273-4548-A8C4-59DCCA6C02DD}" srcOrd="4" destOrd="0" presId="urn:microsoft.com/office/officeart/2005/8/layout/default"/>
    <dgm:cxn modelId="{7CD385D3-AB48-7D4F-978C-CC08FE1963CD}" type="presParOf" srcId="{1D6155E5-FFFB-AF4C-A323-E14B5C113B3D}" destId="{286105D8-C7D5-2B4C-AE0D-B10377CAD1C4}" srcOrd="5" destOrd="0" presId="urn:microsoft.com/office/officeart/2005/8/layout/default"/>
    <dgm:cxn modelId="{2A8644E2-75B9-D14F-89D8-CC8121C847C0}" type="presParOf" srcId="{1D6155E5-FFFB-AF4C-A323-E14B5C113B3D}" destId="{D416BBB9-6B2F-6341-AF9F-4580B8E8C582}" srcOrd="6" destOrd="0" presId="urn:microsoft.com/office/officeart/2005/8/layout/default"/>
    <dgm:cxn modelId="{581CA5C9-64FA-9F48-B0A8-AB89D12325CC}" type="presParOf" srcId="{1D6155E5-FFFB-AF4C-A323-E14B5C113B3D}" destId="{18069C02-5FF2-6F42-9BEC-FF6602069BCE}" srcOrd="7" destOrd="0" presId="urn:microsoft.com/office/officeart/2005/8/layout/default"/>
    <dgm:cxn modelId="{AF81D9AC-ADE2-BC49-A9EC-1E8C3B524FBF}" type="presParOf" srcId="{1D6155E5-FFFB-AF4C-A323-E14B5C113B3D}" destId="{429F2886-412B-D346-A49B-B6A57BF3F4A2}" srcOrd="8" destOrd="0" presId="urn:microsoft.com/office/officeart/2005/8/layout/default"/>
    <dgm:cxn modelId="{21A59477-AE51-FF42-9F29-DDF503C767E5}" type="presParOf" srcId="{1D6155E5-FFFB-AF4C-A323-E14B5C113B3D}" destId="{7FAC2847-1C92-0747-91CE-71FD3DCCD5E0}" srcOrd="9" destOrd="0" presId="urn:microsoft.com/office/officeart/2005/8/layout/default"/>
    <dgm:cxn modelId="{72022306-3D15-6A45-B19E-06E43F1A02AB}" type="presParOf" srcId="{1D6155E5-FFFB-AF4C-A323-E14B5C113B3D}" destId="{8362CF3E-8B1D-CF4D-B8C5-BF2F1D76CABB}" srcOrd="10" destOrd="0" presId="urn:microsoft.com/office/officeart/2005/8/layout/default"/>
    <dgm:cxn modelId="{A2F26369-8525-6040-8E2B-904D404C8B24}" type="presParOf" srcId="{1D6155E5-FFFB-AF4C-A323-E14B5C113B3D}" destId="{C222395C-FD95-D44D-A0B2-2175448ABC34}" srcOrd="11" destOrd="0" presId="urn:microsoft.com/office/officeart/2005/8/layout/default"/>
    <dgm:cxn modelId="{3A39E7E4-FF35-284E-B53B-C26B8E88A069}" type="presParOf" srcId="{1D6155E5-FFFB-AF4C-A323-E14B5C113B3D}" destId="{153454F1-8D63-B644-89E0-80D5344AE07F}" srcOrd="12" destOrd="0" presId="urn:microsoft.com/office/officeart/2005/8/layout/default"/>
    <dgm:cxn modelId="{3B8A81F8-4445-5848-AB0E-290F82CF45B1}" type="presParOf" srcId="{1D6155E5-FFFB-AF4C-A323-E14B5C113B3D}" destId="{A291ED2B-E1EB-094D-87E3-447A06A83385}" srcOrd="13" destOrd="0" presId="urn:microsoft.com/office/officeart/2005/8/layout/default"/>
    <dgm:cxn modelId="{189A9C15-ECA1-E84B-B628-202D72299FD8}" type="presParOf" srcId="{1D6155E5-FFFB-AF4C-A323-E14B5C113B3D}" destId="{40322112-C06E-2C4E-AFAE-D9AE8F4D3341}" srcOrd="14" destOrd="0" presId="urn:microsoft.com/office/officeart/2005/8/layout/default"/>
    <dgm:cxn modelId="{545ACB3A-ABEE-8747-BB8F-1E5460D2CCB4}" type="presParOf" srcId="{1D6155E5-FFFB-AF4C-A323-E14B5C113B3D}" destId="{0E1CCAE7-9110-2F4E-BA89-7612D97AC376}" srcOrd="15" destOrd="0" presId="urn:microsoft.com/office/officeart/2005/8/layout/default"/>
    <dgm:cxn modelId="{E608DA39-381D-394F-9E2D-B208C45FFF5E}" type="presParOf" srcId="{1D6155E5-FFFB-AF4C-A323-E14B5C113B3D}" destId="{4CBC2C62-4AB8-774E-9F36-45141C272724}" srcOrd="16" destOrd="0" presId="urn:microsoft.com/office/officeart/2005/8/layout/default"/>
    <dgm:cxn modelId="{C7AC09E5-BB13-2343-87B9-C617E0886F06}" type="presParOf" srcId="{1D6155E5-FFFB-AF4C-A323-E14B5C113B3D}" destId="{D080ED72-8352-EE4C-826F-527AAF340787}" srcOrd="17" destOrd="0" presId="urn:microsoft.com/office/officeart/2005/8/layout/default"/>
    <dgm:cxn modelId="{34E0B578-91B7-0A43-B857-36CB88D435F2}" type="presParOf" srcId="{1D6155E5-FFFB-AF4C-A323-E14B5C113B3D}" destId="{BC344C62-82CF-E942-9918-3BE929DA6CE6}" srcOrd="1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E153996-4E13-495D-9F3E-E675427AEC9C}" type="doc">
      <dgm:prSet loTypeId="urn:microsoft.com/office/officeart/2005/8/layout/defaul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0CC3B16-FCC6-4ADB-AAB2-2816A228EC60}">
      <dgm:prSet/>
      <dgm:spPr/>
      <dgm:t>
        <a:bodyPr/>
        <a:lstStyle/>
        <a:p>
          <a:r>
            <a:rPr lang="en-IN" b="1" dirty="0"/>
            <a:t>String literals</a:t>
          </a:r>
          <a:endParaRPr lang="en-US" dirty="0"/>
        </a:p>
      </dgm:t>
    </dgm:pt>
    <dgm:pt modelId="{29FBEAE5-7E72-4DFB-B5EF-E124E0786CCC}" type="parTrans" cxnId="{ABB28DF8-A85D-4094-B36E-C045F2A60D15}">
      <dgm:prSet/>
      <dgm:spPr/>
      <dgm:t>
        <a:bodyPr/>
        <a:lstStyle/>
        <a:p>
          <a:endParaRPr lang="en-US"/>
        </a:p>
      </dgm:t>
    </dgm:pt>
    <dgm:pt modelId="{DFE2F4C7-4E81-416C-9EF9-A4E01E97A934}" type="sibTrans" cxnId="{ABB28DF8-A85D-4094-B36E-C045F2A60D15}">
      <dgm:prSet/>
      <dgm:spPr/>
      <dgm:t>
        <a:bodyPr/>
        <a:lstStyle/>
        <a:p>
          <a:endParaRPr lang="en-US"/>
        </a:p>
      </dgm:t>
    </dgm:pt>
    <dgm:pt modelId="{3E6F7E67-DFA9-4D30-A1F9-E399931EC7C4}">
      <dgm:prSet/>
      <dgm:spPr/>
      <dgm:t>
        <a:bodyPr/>
        <a:lstStyle/>
        <a:p>
          <a:r>
            <a:rPr lang="en-IN" b="1" dirty="0"/>
            <a:t>Numeric literals</a:t>
          </a:r>
          <a:endParaRPr lang="en-US" dirty="0"/>
        </a:p>
      </dgm:t>
    </dgm:pt>
    <dgm:pt modelId="{BBAAD6AC-A84C-4976-A786-7D941B3F42D9}" type="parTrans" cxnId="{BC50CC7B-6084-4E23-A020-7F2654273F54}">
      <dgm:prSet/>
      <dgm:spPr/>
      <dgm:t>
        <a:bodyPr/>
        <a:lstStyle/>
        <a:p>
          <a:endParaRPr lang="en-US"/>
        </a:p>
      </dgm:t>
    </dgm:pt>
    <dgm:pt modelId="{8138C9BD-31F3-4332-90E8-AD2CF91495C5}" type="sibTrans" cxnId="{BC50CC7B-6084-4E23-A020-7F2654273F54}">
      <dgm:prSet/>
      <dgm:spPr/>
      <dgm:t>
        <a:bodyPr/>
        <a:lstStyle/>
        <a:p>
          <a:endParaRPr lang="en-US"/>
        </a:p>
      </dgm:t>
    </dgm:pt>
    <dgm:pt modelId="{0037284F-A853-4455-B874-149A51CAE93D}">
      <dgm:prSet/>
      <dgm:spPr/>
      <dgm:t>
        <a:bodyPr/>
        <a:lstStyle/>
        <a:p>
          <a:r>
            <a:rPr lang="en-IN" b="1" dirty="0"/>
            <a:t>Boolean literals</a:t>
          </a:r>
          <a:endParaRPr lang="en-US" dirty="0"/>
        </a:p>
      </dgm:t>
    </dgm:pt>
    <dgm:pt modelId="{C70B7873-9533-4A24-92DC-CD364F9F56E3}" type="parTrans" cxnId="{0E13DEAE-09C0-40DB-8545-45B6510A87D6}">
      <dgm:prSet/>
      <dgm:spPr/>
      <dgm:t>
        <a:bodyPr/>
        <a:lstStyle/>
        <a:p>
          <a:endParaRPr lang="en-US"/>
        </a:p>
      </dgm:t>
    </dgm:pt>
    <dgm:pt modelId="{8A99BE65-CE52-4047-AC79-6CF4AF71D0F0}" type="sibTrans" cxnId="{0E13DEAE-09C0-40DB-8545-45B6510A87D6}">
      <dgm:prSet/>
      <dgm:spPr/>
      <dgm:t>
        <a:bodyPr/>
        <a:lstStyle/>
        <a:p>
          <a:endParaRPr lang="en-US"/>
        </a:p>
      </dgm:t>
    </dgm:pt>
    <dgm:pt modelId="{06275B72-CA45-4713-AD2D-004A45331AFD}">
      <dgm:prSet/>
      <dgm:spPr/>
      <dgm:t>
        <a:bodyPr/>
        <a:lstStyle/>
        <a:p>
          <a:r>
            <a:rPr lang="en-IN" b="1" dirty="0"/>
            <a:t>Special literals</a:t>
          </a:r>
          <a:endParaRPr lang="en-US" dirty="0"/>
        </a:p>
      </dgm:t>
    </dgm:pt>
    <dgm:pt modelId="{94E0C40F-B92D-4201-ADA4-2E65A3EAED8E}" type="parTrans" cxnId="{FB6088E5-E835-4ED8-8BC2-8B5B363027F9}">
      <dgm:prSet/>
      <dgm:spPr/>
      <dgm:t>
        <a:bodyPr/>
        <a:lstStyle/>
        <a:p>
          <a:endParaRPr lang="en-US"/>
        </a:p>
      </dgm:t>
    </dgm:pt>
    <dgm:pt modelId="{10DF8862-0177-4588-86B1-385CA9726870}" type="sibTrans" cxnId="{FB6088E5-E835-4ED8-8BC2-8B5B363027F9}">
      <dgm:prSet/>
      <dgm:spPr/>
      <dgm:t>
        <a:bodyPr/>
        <a:lstStyle/>
        <a:p>
          <a:endParaRPr lang="en-US"/>
        </a:p>
      </dgm:t>
    </dgm:pt>
    <dgm:pt modelId="{38D3948B-4F8A-4C60-B6DE-EA2826C18E97}">
      <dgm:prSet/>
      <dgm:spPr/>
      <dgm:t>
        <a:bodyPr/>
        <a:lstStyle/>
        <a:p>
          <a:r>
            <a:rPr lang="en-IN" b="1" dirty="0"/>
            <a:t>Literal Collections</a:t>
          </a:r>
          <a:endParaRPr lang="en-US" dirty="0"/>
        </a:p>
      </dgm:t>
    </dgm:pt>
    <dgm:pt modelId="{1DACDB77-E160-4FA3-8CB4-239FFB28C959}" type="parTrans" cxnId="{1C3F22ED-8C4D-4F43-A47D-5D8DD211B162}">
      <dgm:prSet/>
      <dgm:spPr/>
      <dgm:t>
        <a:bodyPr/>
        <a:lstStyle/>
        <a:p>
          <a:endParaRPr lang="en-US"/>
        </a:p>
      </dgm:t>
    </dgm:pt>
    <dgm:pt modelId="{76B81100-BBB6-4125-839B-FBB78916F4E9}" type="sibTrans" cxnId="{1C3F22ED-8C4D-4F43-A47D-5D8DD211B162}">
      <dgm:prSet/>
      <dgm:spPr/>
      <dgm:t>
        <a:bodyPr/>
        <a:lstStyle/>
        <a:p>
          <a:endParaRPr lang="en-US"/>
        </a:p>
      </dgm:t>
    </dgm:pt>
    <dgm:pt modelId="{BEB807F3-08A5-5645-AAB2-637E76775588}" type="pres">
      <dgm:prSet presAssocID="{9E153996-4E13-495D-9F3E-E675427AEC9C}" presName="diagram" presStyleCnt="0">
        <dgm:presLayoutVars>
          <dgm:dir/>
          <dgm:resizeHandles val="exact"/>
        </dgm:presLayoutVars>
      </dgm:prSet>
      <dgm:spPr/>
    </dgm:pt>
    <dgm:pt modelId="{9442D196-50AE-2A4D-A3EE-484BA4CE9953}" type="pres">
      <dgm:prSet presAssocID="{C0CC3B16-FCC6-4ADB-AAB2-2816A228EC60}" presName="node" presStyleLbl="node1" presStyleIdx="0" presStyleCnt="5">
        <dgm:presLayoutVars>
          <dgm:bulletEnabled val="1"/>
        </dgm:presLayoutVars>
      </dgm:prSet>
      <dgm:spPr/>
    </dgm:pt>
    <dgm:pt modelId="{5C28D509-001B-F142-80AB-C405A797B76C}" type="pres">
      <dgm:prSet presAssocID="{DFE2F4C7-4E81-416C-9EF9-A4E01E97A934}" presName="sibTrans" presStyleCnt="0"/>
      <dgm:spPr/>
    </dgm:pt>
    <dgm:pt modelId="{755B8C2E-DCB5-B743-8840-0A406FDBDE3A}" type="pres">
      <dgm:prSet presAssocID="{3E6F7E67-DFA9-4D30-A1F9-E399931EC7C4}" presName="node" presStyleLbl="node1" presStyleIdx="1" presStyleCnt="5">
        <dgm:presLayoutVars>
          <dgm:bulletEnabled val="1"/>
        </dgm:presLayoutVars>
      </dgm:prSet>
      <dgm:spPr/>
    </dgm:pt>
    <dgm:pt modelId="{D1765692-33F5-A542-99CA-5E8A9266F36F}" type="pres">
      <dgm:prSet presAssocID="{8138C9BD-31F3-4332-90E8-AD2CF91495C5}" presName="sibTrans" presStyleCnt="0"/>
      <dgm:spPr/>
    </dgm:pt>
    <dgm:pt modelId="{B4C3F638-3D1D-384B-8EFF-E8C5D5CE4D90}" type="pres">
      <dgm:prSet presAssocID="{0037284F-A853-4455-B874-149A51CAE93D}" presName="node" presStyleLbl="node1" presStyleIdx="2" presStyleCnt="5">
        <dgm:presLayoutVars>
          <dgm:bulletEnabled val="1"/>
        </dgm:presLayoutVars>
      </dgm:prSet>
      <dgm:spPr/>
    </dgm:pt>
    <dgm:pt modelId="{505756DB-A8F5-E241-A737-76C1DEAF548C}" type="pres">
      <dgm:prSet presAssocID="{8A99BE65-CE52-4047-AC79-6CF4AF71D0F0}" presName="sibTrans" presStyleCnt="0"/>
      <dgm:spPr/>
    </dgm:pt>
    <dgm:pt modelId="{3629B1CF-4F46-5045-A852-7DB5A5C507F7}" type="pres">
      <dgm:prSet presAssocID="{06275B72-CA45-4713-AD2D-004A45331AFD}" presName="node" presStyleLbl="node1" presStyleIdx="3" presStyleCnt="5">
        <dgm:presLayoutVars>
          <dgm:bulletEnabled val="1"/>
        </dgm:presLayoutVars>
      </dgm:prSet>
      <dgm:spPr/>
    </dgm:pt>
    <dgm:pt modelId="{2ED41BE8-EC74-B444-8A26-D7BABB19D325}" type="pres">
      <dgm:prSet presAssocID="{10DF8862-0177-4588-86B1-385CA9726870}" presName="sibTrans" presStyleCnt="0"/>
      <dgm:spPr/>
    </dgm:pt>
    <dgm:pt modelId="{99EF3D7F-AAE0-A940-8710-3BF9B018C5E6}" type="pres">
      <dgm:prSet presAssocID="{38D3948B-4F8A-4C60-B6DE-EA2826C18E97}" presName="node" presStyleLbl="node1" presStyleIdx="4" presStyleCnt="5">
        <dgm:presLayoutVars>
          <dgm:bulletEnabled val="1"/>
        </dgm:presLayoutVars>
      </dgm:prSet>
      <dgm:spPr/>
    </dgm:pt>
  </dgm:ptLst>
  <dgm:cxnLst>
    <dgm:cxn modelId="{8C522668-63FF-D341-9815-896EDA11D704}" type="presOf" srcId="{06275B72-CA45-4713-AD2D-004A45331AFD}" destId="{3629B1CF-4F46-5045-A852-7DB5A5C507F7}" srcOrd="0" destOrd="0" presId="urn:microsoft.com/office/officeart/2005/8/layout/default"/>
    <dgm:cxn modelId="{63C5E654-8500-D24F-A0D9-896E088FDDD6}" type="presOf" srcId="{3E6F7E67-DFA9-4D30-A1F9-E399931EC7C4}" destId="{755B8C2E-DCB5-B743-8840-0A406FDBDE3A}" srcOrd="0" destOrd="0" presId="urn:microsoft.com/office/officeart/2005/8/layout/default"/>
    <dgm:cxn modelId="{3D639D75-A568-5B41-9F9D-8FE1BF8DE7F4}" type="presOf" srcId="{C0CC3B16-FCC6-4ADB-AAB2-2816A228EC60}" destId="{9442D196-50AE-2A4D-A3EE-484BA4CE9953}" srcOrd="0" destOrd="0" presId="urn:microsoft.com/office/officeart/2005/8/layout/default"/>
    <dgm:cxn modelId="{BC50CC7B-6084-4E23-A020-7F2654273F54}" srcId="{9E153996-4E13-495D-9F3E-E675427AEC9C}" destId="{3E6F7E67-DFA9-4D30-A1F9-E399931EC7C4}" srcOrd="1" destOrd="0" parTransId="{BBAAD6AC-A84C-4976-A786-7D941B3F42D9}" sibTransId="{8138C9BD-31F3-4332-90E8-AD2CF91495C5}"/>
    <dgm:cxn modelId="{3949F88F-A507-A842-B1D7-606A598F2490}" type="presOf" srcId="{38D3948B-4F8A-4C60-B6DE-EA2826C18E97}" destId="{99EF3D7F-AAE0-A940-8710-3BF9B018C5E6}" srcOrd="0" destOrd="0" presId="urn:microsoft.com/office/officeart/2005/8/layout/default"/>
    <dgm:cxn modelId="{D7E9E295-EAA3-AB47-A669-2A99CFA8ABC1}" type="presOf" srcId="{0037284F-A853-4455-B874-149A51CAE93D}" destId="{B4C3F638-3D1D-384B-8EFF-E8C5D5CE4D90}" srcOrd="0" destOrd="0" presId="urn:microsoft.com/office/officeart/2005/8/layout/default"/>
    <dgm:cxn modelId="{0E13DEAE-09C0-40DB-8545-45B6510A87D6}" srcId="{9E153996-4E13-495D-9F3E-E675427AEC9C}" destId="{0037284F-A853-4455-B874-149A51CAE93D}" srcOrd="2" destOrd="0" parTransId="{C70B7873-9533-4A24-92DC-CD364F9F56E3}" sibTransId="{8A99BE65-CE52-4047-AC79-6CF4AF71D0F0}"/>
    <dgm:cxn modelId="{0831F9B7-2C15-8F4B-9470-B5403B1541DF}" type="presOf" srcId="{9E153996-4E13-495D-9F3E-E675427AEC9C}" destId="{BEB807F3-08A5-5645-AAB2-637E76775588}" srcOrd="0" destOrd="0" presId="urn:microsoft.com/office/officeart/2005/8/layout/default"/>
    <dgm:cxn modelId="{FB6088E5-E835-4ED8-8BC2-8B5B363027F9}" srcId="{9E153996-4E13-495D-9F3E-E675427AEC9C}" destId="{06275B72-CA45-4713-AD2D-004A45331AFD}" srcOrd="3" destOrd="0" parTransId="{94E0C40F-B92D-4201-ADA4-2E65A3EAED8E}" sibTransId="{10DF8862-0177-4588-86B1-385CA9726870}"/>
    <dgm:cxn modelId="{1C3F22ED-8C4D-4F43-A47D-5D8DD211B162}" srcId="{9E153996-4E13-495D-9F3E-E675427AEC9C}" destId="{38D3948B-4F8A-4C60-B6DE-EA2826C18E97}" srcOrd="4" destOrd="0" parTransId="{1DACDB77-E160-4FA3-8CB4-239FFB28C959}" sibTransId="{76B81100-BBB6-4125-839B-FBB78916F4E9}"/>
    <dgm:cxn modelId="{ABB28DF8-A85D-4094-B36E-C045F2A60D15}" srcId="{9E153996-4E13-495D-9F3E-E675427AEC9C}" destId="{C0CC3B16-FCC6-4ADB-AAB2-2816A228EC60}" srcOrd="0" destOrd="0" parTransId="{29FBEAE5-7E72-4DFB-B5EF-E124E0786CCC}" sibTransId="{DFE2F4C7-4E81-416C-9EF9-A4E01E97A934}"/>
    <dgm:cxn modelId="{34ACBCF2-1FF8-4A46-B0B3-C0BB34B28A15}" type="presParOf" srcId="{BEB807F3-08A5-5645-AAB2-637E76775588}" destId="{9442D196-50AE-2A4D-A3EE-484BA4CE9953}" srcOrd="0" destOrd="0" presId="urn:microsoft.com/office/officeart/2005/8/layout/default"/>
    <dgm:cxn modelId="{7115FF22-C477-F74B-AFB5-1574AF0AEB8F}" type="presParOf" srcId="{BEB807F3-08A5-5645-AAB2-637E76775588}" destId="{5C28D509-001B-F142-80AB-C405A797B76C}" srcOrd="1" destOrd="0" presId="urn:microsoft.com/office/officeart/2005/8/layout/default"/>
    <dgm:cxn modelId="{ED3464A8-ED95-9B48-B4B7-78B0E3004870}" type="presParOf" srcId="{BEB807F3-08A5-5645-AAB2-637E76775588}" destId="{755B8C2E-DCB5-B743-8840-0A406FDBDE3A}" srcOrd="2" destOrd="0" presId="urn:microsoft.com/office/officeart/2005/8/layout/default"/>
    <dgm:cxn modelId="{29DA0FFE-6365-8449-AF1D-53483302FC31}" type="presParOf" srcId="{BEB807F3-08A5-5645-AAB2-637E76775588}" destId="{D1765692-33F5-A542-99CA-5E8A9266F36F}" srcOrd="3" destOrd="0" presId="urn:microsoft.com/office/officeart/2005/8/layout/default"/>
    <dgm:cxn modelId="{5F810EE5-0AF7-2641-BDDD-37176C716F1B}" type="presParOf" srcId="{BEB807F3-08A5-5645-AAB2-637E76775588}" destId="{B4C3F638-3D1D-384B-8EFF-E8C5D5CE4D90}" srcOrd="4" destOrd="0" presId="urn:microsoft.com/office/officeart/2005/8/layout/default"/>
    <dgm:cxn modelId="{41358314-906E-2143-80AC-D2BA17631F28}" type="presParOf" srcId="{BEB807F3-08A5-5645-AAB2-637E76775588}" destId="{505756DB-A8F5-E241-A737-76C1DEAF548C}" srcOrd="5" destOrd="0" presId="urn:microsoft.com/office/officeart/2005/8/layout/default"/>
    <dgm:cxn modelId="{AD7D99C9-DE1F-5D44-BFC4-312C44D8799E}" type="presParOf" srcId="{BEB807F3-08A5-5645-AAB2-637E76775588}" destId="{3629B1CF-4F46-5045-A852-7DB5A5C507F7}" srcOrd="6" destOrd="0" presId="urn:microsoft.com/office/officeart/2005/8/layout/default"/>
    <dgm:cxn modelId="{AB60060D-70F2-3B44-B590-521F53793C9D}" type="presParOf" srcId="{BEB807F3-08A5-5645-AAB2-637E76775588}" destId="{2ED41BE8-EC74-B444-8A26-D7BABB19D325}" srcOrd="7" destOrd="0" presId="urn:microsoft.com/office/officeart/2005/8/layout/default"/>
    <dgm:cxn modelId="{5B183B8E-3B0F-2546-B724-5B370FEE3D20}" type="presParOf" srcId="{BEB807F3-08A5-5645-AAB2-637E76775588}" destId="{99EF3D7F-AAE0-A940-8710-3BF9B018C5E6}" srcOrd="8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0768239E-4E04-4241-B128-39FB42FDB4D5}" type="doc">
      <dgm:prSet loTypeId="urn:microsoft.com/office/officeart/2005/8/layout/list1" loCatId="list" qsTypeId="urn:microsoft.com/office/officeart/2005/8/quickstyle/simple4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F35851DD-605D-4E27-95CB-950A83183779}">
      <dgm:prSet/>
      <dgm:spPr/>
      <dgm:t>
        <a:bodyPr/>
        <a:lstStyle/>
        <a:p>
          <a:r>
            <a:rPr lang="en-IN"/>
            <a:t>Types of Operators</a:t>
          </a:r>
          <a:endParaRPr lang="en-US"/>
        </a:p>
      </dgm:t>
    </dgm:pt>
    <dgm:pt modelId="{2FAA5894-0B3A-4E30-9A4C-834D102A2779}" type="parTrans" cxnId="{EACE697F-467C-4B8E-B52D-3495C3C63847}">
      <dgm:prSet/>
      <dgm:spPr/>
      <dgm:t>
        <a:bodyPr/>
        <a:lstStyle/>
        <a:p>
          <a:endParaRPr lang="en-US"/>
        </a:p>
      </dgm:t>
    </dgm:pt>
    <dgm:pt modelId="{0D92AEB9-F94E-40B0-B8AB-66626854C27A}" type="sibTrans" cxnId="{EACE697F-467C-4B8E-B52D-3495C3C63847}">
      <dgm:prSet/>
      <dgm:spPr/>
      <dgm:t>
        <a:bodyPr/>
        <a:lstStyle/>
        <a:p>
          <a:endParaRPr lang="en-US"/>
        </a:p>
      </dgm:t>
    </dgm:pt>
    <dgm:pt modelId="{421F6396-111C-466D-A470-05DEBD942BC7}">
      <dgm:prSet/>
      <dgm:spPr/>
      <dgm:t>
        <a:bodyPr/>
        <a:lstStyle/>
        <a:p>
          <a:r>
            <a:rPr lang="en-IN"/>
            <a:t>Arithmetic Operators.</a:t>
          </a:r>
          <a:endParaRPr lang="en-US"/>
        </a:p>
      </dgm:t>
    </dgm:pt>
    <dgm:pt modelId="{140B97C2-864A-4E3B-8A99-A059D419B140}" type="parTrans" cxnId="{5003345D-EA09-44AA-B179-A90E742F4357}">
      <dgm:prSet/>
      <dgm:spPr/>
      <dgm:t>
        <a:bodyPr/>
        <a:lstStyle/>
        <a:p>
          <a:endParaRPr lang="en-US"/>
        </a:p>
      </dgm:t>
    </dgm:pt>
    <dgm:pt modelId="{F375FA1F-85E8-4617-8201-B35019D8A709}" type="sibTrans" cxnId="{5003345D-EA09-44AA-B179-A90E742F4357}">
      <dgm:prSet/>
      <dgm:spPr/>
      <dgm:t>
        <a:bodyPr/>
        <a:lstStyle/>
        <a:p>
          <a:endParaRPr lang="en-US"/>
        </a:p>
      </dgm:t>
    </dgm:pt>
    <dgm:pt modelId="{5246ABFB-EEDB-4108-A2C2-252867CF2DE6}">
      <dgm:prSet/>
      <dgm:spPr/>
      <dgm:t>
        <a:bodyPr/>
        <a:lstStyle/>
        <a:p>
          <a:r>
            <a:rPr lang="en-IN"/>
            <a:t>Relational Operators.</a:t>
          </a:r>
          <a:endParaRPr lang="en-US"/>
        </a:p>
      </dgm:t>
    </dgm:pt>
    <dgm:pt modelId="{6427DAD4-FE68-471F-89B9-24D2726594FB}" type="parTrans" cxnId="{E10F9FE6-D749-4753-BE13-7DBEA98A0C53}">
      <dgm:prSet/>
      <dgm:spPr/>
      <dgm:t>
        <a:bodyPr/>
        <a:lstStyle/>
        <a:p>
          <a:endParaRPr lang="en-US"/>
        </a:p>
      </dgm:t>
    </dgm:pt>
    <dgm:pt modelId="{E1905CDE-8BD5-4D11-9D05-C1C2A3C5E302}" type="sibTrans" cxnId="{E10F9FE6-D749-4753-BE13-7DBEA98A0C53}">
      <dgm:prSet/>
      <dgm:spPr/>
      <dgm:t>
        <a:bodyPr/>
        <a:lstStyle/>
        <a:p>
          <a:endParaRPr lang="en-US"/>
        </a:p>
      </dgm:t>
    </dgm:pt>
    <dgm:pt modelId="{051C565D-239D-49C3-869F-C49CFF56EAA7}">
      <dgm:prSet/>
      <dgm:spPr/>
      <dgm:t>
        <a:bodyPr/>
        <a:lstStyle/>
        <a:p>
          <a:r>
            <a:rPr lang="en-IN"/>
            <a:t>Assignment Operators.</a:t>
          </a:r>
          <a:endParaRPr lang="en-US"/>
        </a:p>
      </dgm:t>
    </dgm:pt>
    <dgm:pt modelId="{E579FC85-6480-49CB-991E-E6447215023F}" type="parTrans" cxnId="{EF114235-B5CF-4A81-B94B-C277A9FEC5B7}">
      <dgm:prSet/>
      <dgm:spPr/>
      <dgm:t>
        <a:bodyPr/>
        <a:lstStyle/>
        <a:p>
          <a:endParaRPr lang="en-US"/>
        </a:p>
      </dgm:t>
    </dgm:pt>
    <dgm:pt modelId="{98D7C2A2-7565-459D-BCCC-E311AE4113D1}" type="sibTrans" cxnId="{EF114235-B5CF-4A81-B94B-C277A9FEC5B7}">
      <dgm:prSet/>
      <dgm:spPr/>
      <dgm:t>
        <a:bodyPr/>
        <a:lstStyle/>
        <a:p>
          <a:endParaRPr lang="en-US"/>
        </a:p>
      </dgm:t>
    </dgm:pt>
    <dgm:pt modelId="{742292BB-C56B-45D8-9678-AE4C3EE43F1D}">
      <dgm:prSet/>
      <dgm:spPr/>
      <dgm:t>
        <a:bodyPr/>
        <a:lstStyle/>
        <a:p>
          <a:r>
            <a:rPr lang="en-IN"/>
            <a:t>Logical Operators.</a:t>
          </a:r>
          <a:endParaRPr lang="en-US"/>
        </a:p>
      </dgm:t>
    </dgm:pt>
    <dgm:pt modelId="{A00F1A03-ABEC-459D-94A6-1E6E5424E0BB}" type="parTrans" cxnId="{8DCC81D7-390F-4CD7-8DE8-B59DCD90637D}">
      <dgm:prSet/>
      <dgm:spPr/>
      <dgm:t>
        <a:bodyPr/>
        <a:lstStyle/>
        <a:p>
          <a:endParaRPr lang="en-US"/>
        </a:p>
      </dgm:t>
    </dgm:pt>
    <dgm:pt modelId="{1426A78D-8CD5-4246-B0F8-C7943860ADBB}" type="sibTrans" cxnId="{8DCC81D7-390F-4CD7-8DE8-B59DCD90637D}">
      <dgm:prSet/>
      <dgm:spPr/>
      <dgm:t>
        <a:bodyPr/>
        <a:lstStyle/>
        <a:p>
          <a:endParaRPr lang="en-US"/>
        </a:p>
      </dgm:t>
    </dgm:pt>
    <dgm:pt modelId="{C9789E50-91F6-4420-8D94-12DAF6B8A800}">
      <dgm:prSet/>
      <dgm:spPr/>
      <dgm:t>
        <a:bodyPr/>
        <a:lstStyle/>
        <a:p>
          <a:r>
            <a:rPr lang="en-IN"/>
            <a:t>Membership Operators.</a:t>
          </a:r>
          <a:endParaRPr lang="en-US"/>
        </a:p>
      </dgm:t>
    </dgm:pt>
    <dgm:pt modelId="{F5F0E63A-84F4-459A-A05A-16451A374E2A}" type="parTrans" cxnId="{C0DEA38D-1561-4B63-877E-DF6CE0DBFABA}">
      <dgm:prSet/>
      <dgm:spPr/>
      <dgm:t>
        <a:bodyPr/>
        <a:lstStyle/>
        <a:p>
          <a:endParaRPr lang="en-US"/>
        </a:p>
      </dgm:t>
    </dgm:pt>
    <dgm:pt modelId="{C521C89C-35C2-4A11-A1A4-E1105313AF62}" type="sibTrans" cxnId="{C0DEA38D-1561-4B63-877E-DF6CE0DBFABA}">
      <dgm:prSet/>
      <dgm:spPr/>
      <dgm:t>
        <a:bodyPr/>
        <a:lstStyle/>
        <a:p>
          <a:endParaRPr lang="en-US"/>
        </a:p>
      </dgm:t>
    </dgm:pt>
    <dgm:pt modelId="{C2AE857E-6F79-4D27-B69E-584ECF236687}">
      <dgm:prSet/>
      <dgm:spPr/>
      <dgm:t>
        <a:bodyPr/>
        <a:lstStyle/>
        <a:p>
          <a:r>
            <a:rPr lang="en-IN"/>
            <a:t>Identity Operators.</a:t>
          </a:r>
          <a:endParaRPr lang="en-US"/>
        </a:p>
      </dgm:t>
    </dgm:pt>
    <dgm:pt modelId="{4DF070B8-3980-493A-B086-B7B90122FDDD}" type="parTrans" cxnId="{0B97B748-7E41-43BA-87FF-AA92BB7C006D}">
      <dgm:prSet/>
      <dgm:spPr/>
      <dgm:t>
        <a:bodyPr/>
        <a:lstStyle/>
        <a:p>
          <a:endParaRPr lang="en-US"/>
        </a:p>
      </dgm:t>
    </dgm:pt>
    <dgm:pt modelId="{A8EF6476-BA71-477A-92AB-D3ECE1C1062C}" type="sibTrans" cxnId="{0B97B748-7E41-43BA-87FF-AA92BB7C006D}">
      <dgm:prSet/>
      <dgm:spPr/>
      <dgm:t>
        <a:bodyPr/>
        <a:lstStyle/>
        <a:p>
          <a:endParaRPr lang="en-US"/>
        </a:p>
      </dgm:t>
    </dgm:pt>
    <dgm:pt modelId="{43C5727B-42D8-4B73-9AAE-619FB49D6B6F}">
      <dgm:prSet/>
      <dgm:spPr/>
      <dgm:t>
        <a:bodyPr/>
        <a:lstStyle/>
        <a:p>
          <a:r>
            <a:rPr lang="en-IN"/>
            <a:t>Bitwise Operators.</a:t>
          </a:r>
          <a:endParaRPr lang="en-US"/>
        </a:p>
      </dgm:t>
    </dgm:pt>
    <dgm:pt modelId="{58726A8A-A1BA-472A-85C5-3FC049EBFEDD}" type="parTrans" cxnId="{82667BA6-8B20-431A-A117-0BD90FA12CBE}">
      <dgm:prSet/>
      <dgm:spPr/>
      <dgm:t>
        <a:bodyPr/>
        <a:lstStyle/>
        <a:p>
          <a:endParaRPr lang="en-US"/>
        </a:p>
      </dgm:t>
    </dgm:pt>
    <dgm:pt modelId="{4846DD29-D075-4332-8D0D-83EB5ED71CEF}" type="sibTrans" cxnId="{82667BA6-8B20-431A-A117-0BD90FA12CBE}">
      <dgm:prSet/>
      <dgm:spPr/>
      <dgm:t>
        <a:bodyPr/>
        <a:lstStyle/>
        <a:p>
          <a:endParaRPr lang="en-US"/>
        </a:p>
      </dgm:t>
    </dgm:pt>
    <dgm:pt modelId="{576B93ED-0EC5-714D-821B-9CBBCF0014EE}" type="pres">
      <dgm:prSet presAssocID="{0768239E-4E04-4241-B128-39FB42FDB4D5}" presName="linear" presStyleCnt="0">
        <dgm:presLayoutVars>
          <dgm:dir/>
          <dgm:animLvl val="lvl"/>
          <dgm:resizeHandles val="exact"/>
        </dgm:presLayoutVars>
      </dgm:prSet>
      <dgm:spPr/>
    </dgm:pt>
    <dgm:pt modelId="{175E03D8-E13C-0A43-BB65-1CDC423A7F8E}" type="pres">
      <dgm:prSet presAssocID="{F35851DD-605D-4E27-95CB-950A83183779}" presName="parentLin" presStyleCnt="0"/>
      <dgm:spPr/>
    </dgm:pt>
    <dgm:pt modelId="{E037E993-A1A8-F44D-93FD-5BC77C114943}" type="pres">
      <dgm:prSet presAssocID="{F35851DD-605D-4E27-95CB-950A83183779}" presName="parentLeftMargin" presStyleLbl="node1" presStyleIdx="0" presStyleCnt="1"/>
      <dgm:spPr/>
    </dgm:pt>
    <dgm:pt modelId="{94D74DC6-0AF0-0340-9CAF-629C50053F55}" type="pres">
      <dgm:prSet presAssocID="{F35851DD-605D-4E27-95CB-950A83183779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3AF22156-D2D2-EF4F-951D-8EDDD533C48E}" type="pres">
      <dgm:prSet presAssocID="{F35851DD-605D-4E27-95CB-950A83183779}" presName="negativeSpace" presStyleCnt="0"/>
      <dgm:spPr/>
    </dgm:pt>
    <dgm:pt modelId="{50D617AD-EB25-BE47-93F9-205039B74BE5}" type="pres">
      <dgm:prSet presAssocID="{F35851DD-605D-4E27-95CB-950A83183779}" presName="childText" presStyleLbl="conFgAcc1" presStyleIdx="0" presStyleCnt="1">
        <dgm:presLayoutVars>
          <dgm:bulletEnabled val="1"/>
        </dgm:presLayoutVars>
      </dgm:prSet>
      <dgm:spPr/>
    </dgm:pt>
  </dgm:ptLst>
  <dgm:cxnLst>
    <dgm:cxn modelId="{04A62609-C7D5-5C4F-8612-FB25698262E3}" type="presOf" srcId="{43C5727B-42D8-4B73-9AAE-619FB49D6B6F}" destId="{50D617AD-EB25-BE47-93F9-205039B74BE5}" srcOrd="0" destOrd="6" presId="urn:microsoft.com/office/officeart/2005/8/layout/list1"/>
    <dgm:cxn modelId="{27FC4D23-5E73-D540-BB3F-FDF0A4F3E253}" type="presOf" srcId="{F35851DD-605D-4E27-95CB-950A83183779}" destId="{94D74DC6-0AF0-0340-9CAF-629C50053F55}" srcOrd="1" destOrd="0" presId="urn:microsoft.com/office/officeart/2005/8/layout/list1"/>
    <dgm:cxn modelId="{EF114235-B5CF-4A81-B94B-C277A9FEC5B7}" srcId="{F35851DD-605D-4E27-95CB-950A83183779}" destId="{051C565D-239D-49C3-869F-C49CFF56EAA7}" srcOrd="2" destOrd="0" parTransId="{E579FC85-6480-49CB-991E-E6447215023F}" sibTransId="{98D7C2A2-7565-459D-BCCC-E311AE4113D1}"/>
    <dgm:cxn modelId="{5003345D-EA09-44AA-B179-A90E742F4357}" srcId="{F35851DD-605D-4E27-95CB-950A83183779}" destId="{421F6396-111C-466D-A470-05DEBD942BC7}" srcOrd="0" destOrd="0" parTransId="{140B97C2-864A-4E3B-8A99-A059D419B140}" sibTransId="{F375FA1F-85E8-4617-8201-B35019D8A709}"/>
    <dgm:cxn modelId="{F97F5263-C154-CA4E-A8DD-B88B83BAB4A3}" type="presOf" srcId="{F35851DD-605D-4E27-95CB-950A83183779}" destId="{E037E993-A1A8-F44D-93FD-5BC77C114943}" srcOrd="0" destOrd="0" presId="urn:microsoft.com/office/officeart/2005/8/layout/list1"/>
    <dgm:cxn modelId="{390D7A46-D13D-2243-A8A5-36103D3CB8E8}" type="presOf" srcId="{742292BB-C56B-45D8-9678-AE4C3EE43F1D}" destId="{50D617AD-EB25-BE47-93F9-205039B74BE5}" srcOrd="0" destOrd="3" presId="urn:microsoft.com/office/officeart/2005/8/layout/list1"/>
    <dgm:cxn modelId="{0B97B748-7E41-43BA-87FF-AA92BB7C006D}" srcId="{F35851DD-605D-4E27-95CB-950A83183779}" destId="{C2AE857E-6F79-4D27-B69E-584ECF236687}" srcOrd="5" destOrd="0" parTransId="{4DF070B8-3980-493A-B086-B7B90122FDDD}" sibTransId="{A8EF6476-BA71-477A-92AB-D3ECE1C1062C}"/>
    <dgm:cxn modelId="{1934A24E-4786-5E4B-8F5B-6F6182732D11}" type="presOf" srcId="{051C565D-239D-49C3-869F-C49CFF56EAA7}" destId="{50D617AD-EB25-BE47-93F9-205039B74BE5}" srcOrd="0" destOrd="2" presId="urn:microsoft.com/office/officeart/2005/8/layout/list1"/>
    <dgm:cxn modelId="{F0554155-DE26-9F43-A4E3-EE1D7A57E2BD}" type="presOf" srcId="{0768239E-4E04-4241-B128-39FB42FDB4D5}" destId="{576B93ED-0EC5-714D-821B-9CBBCF0014EE}" srcOrd="0" destOrd="0" presId="urn:microsoft.com/office/officeart/2005/8/layout/list1"/>
    <dgm:cxn modelId="{EACE697F-467C-4B8E-B52D-3495C3C63847}" srcId="{0768239E-4E04-4241-B128-39FB42FDB4D5}" destId="{F35851DD-605D-4E27-95CB-950A83183779}" srcOrd="0" destOrd="0" parTransId="{2FAA5894-0B3A-4E30-9A4C-834D102A2779}" sibTransId="{0D92AEB9-F94E-40B0-B8AB-66626854C27A}"/>
    <dgm:cxn modelId="{3A692B83-D6B7-2347-841D-BD0A61C7E909}" type="presOf" srcId="{5246ABFB-EEDB-4108-A2C2-252867CF2DE6}" destId="{50D617AD-EB25-BE47-93F9-205039B74BE5}" srcOrd="0" destOrd="1" presId="urn:microsoft.com/office/officeart/2005/8/layout/list1"/>
    <dgm:cxn modelId="{C0DEA38D-1561-4B63-877E-DF6CE0DBFABA}" srcId="{F35851DD-605D-4E27-95CB-950A83183779}" destId="{C9789E50-91F6-4420-8D94-12DAF6B8A800}" srcOrd="4" destOrd="0" parTransId="{F5F0E63A-84F4-459A-A05A-16451A374E2A}" sibTransId="{C521C89C-35C2-4A11-A1A4-E1105313AF62}"/>
    <dgm:cxn modelId="{82667BA6-8B20-431A-A117-0BD90FA12CBE}" srcId="{F35851DD-605D-4E27-95CB-950A83183779}" destId="{43C5727B-42D8-4B73-9AAE-619FB49D6B6F}" srcOrd="6" destOrd="0" parTransId="{58726A8A-A1BA-472A-85C5-3FC049EBFEDD}" sibTransId="{4846DD29-D075-4332-8D0D-83EB5ED71CEF}"/>
    <dgm:cxn modelId="{59D4D1AE-55C0-564A-8088-A8F57079DEF1}" type="presOf" srcId="{C9789E50-91F6-4420-8D94-12DAF6B8A800}" destId="{50D617AD-EB25-BE47-93F9-205039B74BE5}" srcOrd="0" destOrd="4" presId="urn:microsoft.com/office/officeart/2005/8/layout/list1"/>
    <dgm:cxn modelId="{8DCC81D7-390F-4CD7-8DE8-B59DCD90637D}" srcId="{F35851DD-605D-4E27-95CB-950A83183779}" destId="{742292BB-C56B-45D8-9678-AE4C3EE43F1D}" srcOrd="3" destOrd="0" parTransId="{A00F1A03-ABEC-459D-94A6-1E6E5424E0BB}" sibTransId="{1426A78D-8CD5-4246-B0F8-C7943860ADBB}"/>
    <dgm:cxn modelId="{E84640DC-56F6-6049-8310-D65C975DB90F}" type="presOf" srcId="{C2AE857E-6F79-4D27-B69E-584ECF236687}" destId="{50D617AD-EB25-BE47-93F9-205039B74BE5}" srcOrd="0" destOrd="5" presId="urn:microsoft.com/office/officeart/2005/8/layout/list1"/>
    <dgm:cxn modelId="{E10F9FE6-D749-4753-BE13-7DBEA98A0C53}" srcId="{F35851DD-605D-4E27-95CB-950A83183779}" destId="{5246ABFB-EEDB-4108-A2C2-252867CF2DE6}" srcOrd="1" destOrd="0" parTransId="{6427DAD4-FE68-471F-89B9-24D2726594FB}" sibTransId="{E1905CDE-8BD5-4D11-9D05-C1C2A3C5E302}"/>
    <dgm:cxn modelId="{00D2CCFC-2C71-D346-8E3E-B85CC262EB29}" type="presOf" srcId="{421F6396-111C-466D-A470-05DEBD942BC7}" destId="{50D617AD-EB25-BE47-93F9-205039B74BE5}" srcOrd="0" destOrd="0" presId="urn:microsoft.com/office/officeart/2005/8/layout/list1"/>
    <dgm:cxn modelId="{68CD77DF-8C5E-B744-8C82-87F2E02803E5}" type="presParOf" srcId="{576B93ED-0EC5-714D-821B-9CBBCF0014EE}" destId="{175E03D8-E13C-0A43-BB65-1CDC423A7F8E}" srcOrd="0" destOrd="0" presId="urn:microsoft.com/office/officeart/2005/8/layout/list1"/>
    <dgm:cxn modelId="{0F8D44F6-3EFB-5E47-B740-754E1EE41C23}" type="presParOf" srcId="{175E03D8-E13C-0A43-BB65-1CDC423A7F8E}" destId="{E037E993-A1A8-F44D-93FD-5BC77C114943}" srcOrd="0" destOrd="0" presId="urn:microsoft.com/office/officeart/2005/8/layout/list1"/>
    <dgm:cxn modelId="{31365C9C-3B2A-2F43-8468-AB0B8E4370FB}" type="presParOf" srcId="{175E03D8-E13C-0A43-BB65-1CDC423A7F8E}" destId="{94D74DC6-0AF0-0340-9CAF-629C50053F55}" srcOrd="1" destOrd="0" presId="urn:microsoft.com/office/officeart/2005/8/layout/list1"/>
    <dgm:cxn modelId="{76C9D0F5-1234-CD4C-9547-54D74D6AC23C}" type="presParOf" srcId="{576B93ED-0EC5-714D-821B-9CBBCF0014EE}" destId="{3AF22156-D2D2-EF4F-951D-8EDDD533C48E}" srcOrd="1" destOrd="0" presId="urn:microsoft.com/office/officeart/2005/8/layout/list1"/>
    <dgm:cxn modelId="{FDCDABB0-ED3F-D145-9332-2CC65781EE72}" type="presParOf" srcId="{576B93ED-0EC5-714D-821B-9CBBCF0014EE}" destId="{50D617AD-EB25-BE47-93F9-205039B74BE5}" srcOrd="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5393C835-3FB9-4516-B018-AF575DB5B5F9}" type="doc">
      <dgm:prSet loTypeId="urn:microsoft.com/office/officeart/2005/8/layout/vList2" loCatId="list" qsTypeId="urn:microsoft.com/office/officeart/2005/8/quickstyle/simple4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AC8F8E65-B778-4931-8658-83E58E25BDA6}">
      <dgm:prSet/>
      <dgm:spPr/>
      <dgm:t>
        <a:bodyPr/>
        <a:lstStyle/>
        <a:p>
          <a:r>
            <a:rPr lang="en-IN" b="1"/>
            <a:t>1) Single lined comment:  </a:t>
          </a:r>
          <a:endParaRPr lang="en-US"/>
        </a:p>
      </dgm:t>
    </dgm:pt>
    <dgm:pt modelId="{DFCE0E40-4F13-42C9-96FE-7DC354110204}" type="parTrans" cxnId="{F91EE722-C3E2-4F46-B125-F667E292B1D7}">
      <dgm:prSet/>
      <dgm:spPr/>
      <dgm:t>
        <a:bodyPr/>
        <a:lstStyle/>
        <a:p>
          <a:endParaRPr lang="en-US"/>
        </a:p>
      </dgm:t>
    </dgm:pt>
    <dgm:pt modelId="{70B74304-C9D0-4561-A054-3878E8DCF630}" type="sibTrans" cxnId="{F91EE722-C3E2-4F46-B125-F667E292B1D7}">
      <dgm:prSet/>
      <dgm:spPr/>
      <dgm:t>
        <a:bodyPr/>
        <a:lstStyle/>
        <a:p>
          <a:endParaRPr lang="en-US"/>
        </a:p>
      </dgm:t>
    </dgm:pt>
    <dgm:pt modelId="{3F4C0F10-5356-4197-BEA0-B953FD0911F2}">
      <dgm:prSet/>
      <dgm:spPr/>
      <dgm:t>
        <a:bodyPr/>
        <a:lstStyle/>
        <a:p>
          <a:r>
            <a:rPr lang="en-IN" b="1"/>
            <a:t>#print(“hai”)</a:t>
          </a:r>
          <a:endParaRPr lang="en-US"/>
        </a:p>
      </dgm:t>
    </dgm:pt>
    <dgm:pt modelId="{F6BFE2E0-2F25-403C-B152-EA7D055874AB}" type="parTrans" cxnId="{46946CE5-F36C-45C3-8AFC-E34B95152B0F}">
      <dgm:prSet/>
      <dgm:spPr/>
      <dgm:t>
        <a:bodyPr/>
        <a:lstStyle/>
        <a:p>
          <a:endParaRPr lang="en-US"/>
        </a:p>
      </dgm:t>
    </dgm:pt>
    <dgm:pt modelId="{62364734-836C-4FF5-AE31-FD2BEFA2D8C5}" type="sibTrans" cxnId="{46946CE5-F36C-45C3-8AFC-E34B95152B0F}">
      <dgm:prSet/>
      <dgm:spPr/>
      <dgm:t>
        <a:bodyPr/>
        <a:lstStyle/>
        <a:p>
          <a:endParaRPr lang="en-US"/>
        </a:p>
      </dgm:t>
    </dgm:pt>
    <dgm:pt modelId="{38259F9E-7265-400C-930A-90C71E0478BF}">
      <dgm:prSet/>
      <dgm:spPr/>
      <dgm:t>
        <a:bodyPr/>
        <a:lstStyle/>
        <a:p>
          <a:r>
            <a:rPr lang="en-IN" b="1" dirty="0"/>
            <a:t>2) Multi lined Comment:</a:t>
          </a:r>
          <a:endParaRPr lang="en-US" dirty="0"/>
        </a:p>
      </dgm:t>
    </dgm:pt>
    <dgm:pt modelId="{04CDCE4D-7993-4A4E-9974-7C6BE853CE43}" type="parTrans" cxnId="{163A92B1-F816-4096-B46B-29967E56E253}">
      <dgm:prSet/>
      <dgm:spPr/>
      <dgm:t>
        <a:bodyPr/>
        <a:lstStyle/>
        <a:p>
          <a:endParaRPr lang="en-US"/>
        </a:p>
      </dgm:t>
    </dgm:pt>
    <dgm:pt modelId="{F92155E7-1B79-4C49-9EAB-037235C05562}" type="sibTrans" cxnId="{163A92B1-F816-4096-B46B-29967E56E253}">
      <dgm:prSet/>
      <dgm:spPr/>
      <dgm:t>
        <a:bodyPr/>
        <a:lstStyle/>
        <a:p>
          <a:endParaRPr lang="en-US"/>
        </a:p>
      </dgm:t>
    </dgm:pt>
    <dgm:pt modelId="{62F2534D-B7B6-440A-9872-4C8161523A84}">
      <dgm:prSet/>
      <dgm:spPr/>
      <dgm:t>
        <a:bodyPr/>
        <a:lstStyle/>
        <a:p>
          <a:r>
            <a:rPr lang="en-IN" b="1"/>
            <a:t>‘’’print(“hai”)</a:t>
          </a:r>
          <a:endParaRPr lang="en-US"/>
        </a:p>
      </dgm:t>
    </dgm:pt>
    <dgm:pt modelId="{1D047EA8-FAD7-4428-98D9-29E0D9C81A1D}" type="parTrans" cxnId="{5F634FFA-0736-4F21-9619-CA8EA4C2EF89}">
      <dgm:prSet/>
      <dgm:spPr/>
      <dgm:t>
        <a:bodyPr/>
        <a:lstStyle/>
        <a:p>
          <a:endParaRPr lang="en-US"/>
        </a:p>
      </dgm:t>
    </dgm:pt>
    <dgm:pt modelId="{053878F7-D808-48F6-BD30-9520F7CDF1CB}" type="sibTrans" cxnId="{5F634FFA-0736-4F21-9619-CA8EA4C2EF89}">
      <dgm:prSet/>
      <dgm:spPr/>
      <dgm:t>
        <a:bodyPr/>
        <a:lstStyle/>
        <a:p>
          <a:endParaRPr lang="en-US"/>
        </a:p>
      </dgm:t>
    </dgm:pt>
    <dgm:pt modelId="{1D409016-489E-4B84-BB4B-14CEFAA5E943}">
      <dgm:prSet/>
      <dgm:spPr/>
      <dgm:t>
        <a:bodyPr/>
        <a:lstStyle/>
        <a:p>
          <a:r>
            <a:rPr lang="en-IN" b="1"/>
            <a:t>Print(“hello”)’’’</a:t>
          </a:r>
          <a:endParaRPr lang="en-US"/>
        </a:p>
      </dgm:t>
    </dgm:pt>
    <dgm:pt modelId="{9ED7CD01-755A-4A02-AC18-56B9FCC002D8}" type="parTrans" cxnId="{F1FE3E33-91E4-44CA-B92D-883082C861B1}">
      <dgm:prSet/>
      <dgm:spPr/>
      <dgm:t>
        <a:bodyPr/>
        <a:lstStyle/>
        <a:p>
          <a:endParaRPr lang="en-US"/>
        </a:p>
      </dgm:t>
    </dgm:pt>
    <dgm:pt modelId="{926E63C3-BE2A-409F-B136-72388C1E3608}" type="sibTrans" cxnId="{F1FE3E33-91E4-44CA-B92D-883082C861B1}">
      <dgm:prSet/>
      <dgm:spPr/>
      <dgm:t>
        <a:bodyPr/>
        <a:lstStyle/>
        <a:p>
          <a:endParaRPr lang="en-US"/>
        </a:p>
      </dgm:t>
    </dgm:pt>
    <dgm:pt modelId="{894E3EC5-ACB5-5540-B63B-07092EAA9755}" type="pres">
      <dgm:prSet presAssocID="{5393C835-3FB9-4516-B018-AF575DB5B5F9}" presName="linear" presStyleCnt="0">
        <dgm:presLayoutVars>
          <dgm:animLvl val="lvl"/>
          <dgm:resizeHandles val="exact"/>
        </dgm:presLayoutVars>
      </dgm:prSet>
      <dgm:spPr/>
    </dgm:pt>
    <dgm:pt modelId="{E14EBC58-CB93-8D46-A13F-BF94042EEBA4}" type="pres">
      <dgm:prSet presAssocID="{AC8F8E65-B778-4931-8658-83E58E25BDA6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4B519D1-C6E7-E047-AE31-2CF6B17D8CF8}" type="pres">
      <dgm:prSet presAssocID="{70B74304-C9D0-4561-A054-3878E8DCF630}" presName="spacer" presStyleCnt="0"/>
      <dgm:spPr/>
    </dgm:pt>
    <dgm:pt modelId="{D81E565A-DE69-F14D-82F8-E7AF21DFAAB7}" type="pres">
      <dgm:prSet presAssocID="{3F4C0F10-5356-4197-BEA0-B953FD0911F2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15DF2FB7-AB04-6A49-B7C3-8713D2B7B625}" type="pres">
      <dgm:prSet presAssocID="{3F4C0F10-5356-4197-BEA0-B953FD0911F2}" presName="childText" presStyleLbl="revTx" presStyleIdx="0" presStyleCnt="1">
        <dgm:presLayoutVars>
          <dgm:bulletEnabled val="1"/>
        </dgm:presLayoutVars>
      </dgm:prSet>
      <dgm:spPr/>
    </dgm:pt>
    <dgm:pt modelId="{89C59274-9A07-A142-8713-958119096C06}" type="pres">
      <dgm:prSet presAssocID="{62F2534D-B7B6-440A-9872-4C8161523A84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624275AD-5390-F947-AA53-2D497CAE7943}" type="pres">
      <dgm:prSet presAssocID="{053878F7-D808-48F6-BD30-9520F7CDF1CB}" presName="spacer" presStyleCnt="0"/>
      <dgm:spPr/>
    </dgm:pt>
    <dgm:pt modelId="{8D05F36D-C7D6-224B-AAE5-9B65E2E8044C}" type="pres">
      <dgm:prSet presAssocID="{1D409016-489E-4B84-BB4B-14CEFAA5E943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9FDDED06-DD68-0747-B43D-2A720682110A}" type="presOf" srcId="{38259F9E-7265-400C-930A-90C71E0478BF}" destId="{15DF2FB7-AB04-6A49-B7C3-8713D2B7B625}" srcOrd="0" destOrd="0" presId="urn:microsoft.com/office/officeart/2005/8/layout/vList2"/>
    <dgm:cxn modelId="{F91EE722-C3E2-4F46-B125-F667E292B1D7}" srcId="{5393C835-3FB9-4516-B018-AF575DB5B5F9}" destId="{AC8F8E65-B778-4931-8658-83E58E25BDA6}" srcOrd="0" destOrd="0" parTransId="{DFCE0E40-4F13-42C9-96FE-7DC354110204}" sibTransId="{70B74304-C9D0-4561-A054-3878E8DCF630}"/>
    <dgm:cxn modelId="{F1FE3E33-91E4-44CA-B92D-883082C861B1}" srcId="{5393C835-3FB9-4516-B018-AF575DB5B5F9}" destId="{1D409016-489E-4B84-BB4B-14CEFAA5E943}" srcOrd="3" destOrd="0" parTransId="{9ED7CD01-755A-4A02-AC18-56B9FCC002D8}" sibTransId="{926E63C3-BE2A-409F-B136-72388C1E3608}"/>
    <dgm:cxn modelId="{83A41738-7006-F141-8CE7-95E0F76B45A3}" type="presOf" srcId="{5393C835-3FB9-4516-B018-AF575DB5B5F9}" destId="{894E3EC5-ACB5-5540-B63B-07092EAA9755}" srcOrd="0" destOrd="0" presId="urn:microsoft.com/office/officeart/2005/8/layout/vList2"/>
    <dgm:cxn modelId="{D6CCC366-8CBC-0B4A-B356-740B5707B05E}" type="presOf" srcId="{AC8F8E65-B778-4931-8658-83E58E25BDA6}" destId="{E14EBC58-CB93-8D46-A13F-BF94042EEBA4}" srcOrd="0" destOrd="0" presId="urn:microsoft.com/office/officeart/2005/8/layout/vList2"/>
    <dgm:cxn modelId="{B36C56A0-25A7-6C48-94F2-2D5035C52E19}" type="presOf" srcId="{62F2534D-B7B6-440A-9872-4C8161523A84}" destId="{89C59274-9A07-A142-8713-958119096C06}" srcOrd="0" destOrd="0" presId="urn:microsoft.com/office/officeart/2005/8/layout/vList2"/>
    <dgm:cxn modelId="{163A92B1-F816-4096-B46B-29967E56E253}" srcId="{3F4C0F10-5356-4197-BEA0-B953FD0911F2}" destId="{38259F9E-7265-400C-930A-90C71E0478BF}" srcOrd="0" destOrd="0" parTransId="{04CDCE4D-7993-4A4E-9974-7C6BE853CE43}" sibTransId="{F92155E7-1B79-4C49-9EAB-037235C05562}"/>
    <dgm:cxn modelId="{4B103DCC-F812-2B46-92B9-CF1C1B71D414}" type="presOf" srcId="{1D409016-489E-4B84-BB4B-14CEFAA5E943}" destId="{8D05F36D-C7D6-224B-AAE5-9B65E2E8044C}" srcOrd="0" destOrd="0" presId="urn:microsoft.com/office/officeart/2005/8/layout/vList2"/>
    <dgm:cxn modelId="{46946CE5-F36C-45C3-8AFC-E34B95152B0F}" srcId="{5393C835-3FB9-4516-B018-AF575DB5B5F9}" destId="{3F4C0F10-5356-4197-BEA0-B953FD0911F2}" srcOrd="1" destOrd="0" parTransId="{F6BFE2E0-2F25-403C-B152-EA7D055874AB}" sibTransId="{62364734-836C-4FF5-AE31-FD2BEFA2D8C5}"/>
    <dgm:cxn modelId="{57418DEB-287B-8B48-983B-4515E32C9E98}" type="presOf" srcId="{3F4C0F10-5356-4197-BEA0-B953FD0911F2}" destId="{D81E565A-DE69-F14D-82F8-E7AF21DFAAB7}" srcOrd="0" destOrd="0" presId="urn:microsoft.com/office/officeart/2005/8/layout/vList2"/>
    <dgm:cxn modelId="{5F634FFA-0736-4F21-9619-CA8EA4C2EF89}" srcId="{5393C835-3FB9-4516-B018-AF575DB5B5F9}" destId="{62F2534D-B7B6-440A-9872-4C8161523A84}" srcOrd="2" destOrd="0" parTransId="{1D047EA8-FAD7-4428-98D9-29E0D9C81A1D}" sibTransId="{053878F7-D808-48F6-BD30-9520F7CDF1CB}"/>
    <dgm:cxn modelId="{BA856B7B-312B-E143-B288-72FEC1C7FB98}" type="presParOf" srcId="{894E3EC5-ACB5-5540-B63B-07092EAA9755}" destId="{E14EBC58-CB93-8D46-A13F-BF94042EEBA4}" srcOrd="0" destOrd="0" presId="urn:microsoft.com/office/officeart/2005/8/layout/vList2"/>
    <dgm:cxn modelId="{A3E44E81-7854-2C49-ADC3-E57575BD1CFF}" type="presParOf" srcId="{894E3EC5-ACB5-5540-B63B-07092EAA9755}" destId="{54B519D1-C6E7-E047-AE31-2CF6B17D8CF8}" srcOrd="1" destOrd="0" presId="urn:microsoft.com/office/officeart/2005/8/layout/vList2"/>
    <dgm:cxn modelId="{C274B63F-0CCD-364D-AE3F-3B97F30CE6A9}" type="presParOf" srcId="{894E3EC5-ACB5-5540-B63B-07092EAA9755}" destId="{D81E565A-DE69-F14D-82F8-E7AF21DFAAB7}" srcOrd="2" destOrd="0" presId="urn:microsoft.com/office/officeart/2005/8/layout/vList2"/>
    <dgm:cxn modelId="{B7124020-910D-764D-9A3D-BAD7E3A023A2}" type="presParOf" srcId="{894E3EC5-ACB5-5540-B63B-07092EAA9755}" destId="{15DF2FB7-AB04-6A49-B7C3-8713D2B7B625}" srcOrd="3" destOrd="0" presId="urn:microsoft.com/office/officeart/2005/8/layout/vList2"/>
    <dgm:cxn modelId="{8B4EEAD9-875D-7C43-96AD-53DFD3D24049}" type="presParOf" srcId="{894E3EC5-ACB5-5540-B63B-07092EAA9755}" destId="{89C59274-9A07-A142-8713-958119096C06}" srcOrd="4" destOrd="0" presId="urn:microsoft.com/office/officeart/2005/8/layout/vList2"/>
    <dgm:cxn modelId="{31CA15B1-C8F8-554A-B5AB-8D095E91E70A}" type="presParOf" srcId="{894E3EC5-ACB5-5540-B63B-07092EAA9755}" destId="{624275AD-5390-F947-AA53-2D497CAE7943}" srcOrd="5" destOrd="0" presId="urn:microsoft.com/office/officeart/2005/8/layout/vList2"/>
    <dgm:cxn modelId="{6BAE3AC7-0650-E44D-8FC9-302E9CCA6006}" type="presParOf" srcId="{894E3EC5-ACB5-5540-B63B-07092EAA9755}" destId="{8D05F36D-C7D6-224B-AAE5-9B65E2E8044C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804E32-179F-9745-A9A8-E2884F7706CB}">
      <dsp:nvSpPr>
        <dsp:cNvPr id="0" name=""/>
        <dsp:cNvSpPr/>
      </dsp:nvSpPr>
      <dsp:spPr>
        <a:xfrm>
          <a:off x="0" y="1792425"/>
          <a:ext cx="990599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tailEnd type="triangle" w="lg" len="lg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6A747A5-D414-344E-B8A0-CB587A895300}">
      <dsp:nvSpPr>
        <dsp:cNvPr id="0" name=""/>
        <dsp:cNvSpPr/>
      </dsp:nvSpPr>
      <dsp:spPr>
        <a:xfrm rot="8100000">
          <a:off x="58417" y="413083"/>
          <a:ext cx="263626" cy="263626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7DDD2229-02F8-874D-8E4C-3D470AA60965}">
      <dsp:nvSpPr>
        <dsp:cNvPr id="0" name=""/>
        <dsp:cNvSpPr/>
      </dsp:nvSpPr>
      <dsp:spPr>
        <a:xfrm>
          <a:off x="87704" y="442370"/>
          <a:ext cx="205053" cy="205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44AAC93-7DD2-B84C-B48B-19654493EA80}">
      <dsp:nvSpPr>
        <dsp:cNvPr id="0" name=""/>
        <dsp:cNvSpPr/>
      </dsp:nvSpPr>
      <dsp:spPr>
        <a:xfrm>
          <a:off x="376643" y="731309"/>
          <a:ext cx="2744744" cy="1061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Python laid its foundation in the late 1980s.</a:t>
          </a:r>
        </a:p>
      </dsp:txBody>
      <dsp:txXfrm>
        <a:off x="376643" y="731309"/>
        <a:ext cx="2744744" cy="1061115"/>
      </dsp:txXfrm>
    </dsp:sp>
    <dsp:sp modelId="{C1A4CC6F-F60E-7140-A98A-7FF414B51030}">
      <dsp:nvSpPr>
        <dsp:cNvPr id="0" name=""/>
        <dsp:cNvSpPr/>
      </dsp:nvSpPr>
      <dsp:spPr>
        <a:xfrm>
          <a:off x="376643" y="358484"/>
          <a:ext cx="2744744" cy="37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late 1980s</a:t>
          </a:r>
        </a:p>
      </dsp:txBody>
      <dsp:txXfrm>
        <a:off x="376643" y="358484"/>
        <a:ext cx="2744744" cy="372824"/>
      </dsp:txXfrm>
    </dsp:sp>
    <dsp:sp modelId="{EAE4C827-8C3D-6346-85DD-2E0109260ADC}">
      <dsp:nvSpPr>
        <dsp:cNvPr id="0" name=""/>
        <dsp:cNvSpPr/>
      </dsp:nvSpPr>
      <dsp:spPr>
        <a:xfrm>
          <a:off x="190231" y="731309"/>
          <a:ext cx="0" cy="1061115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030CE7-C4CD-C64D-A0F9-57A2D81CE94D}">
      <dsp:nvSpPr>
        <dsp:cNvPr id="0" name=""/>
        <dsp:cNvSpPr/>
      </dsp:nvSpPr>
      <dsp:spPr>
        <a:xfrm>
          <a:off x="156047" y="1758870"/>
          <a:ext cx="67108" cy="67108"/>
        </a:xfrm>
        <a:prstGeom prst="ellipse">
          <a:avLst/>
        </a:prstGeom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0ED981F-D2FE-934D-8877-DCEF0EF75443}">
      <dsp:nvSpPr>
        <dsp:cNvPr id="0" name=""/>
        <dsp:cNvSpPr/>
      </dsp:nvSpPr>
      <dsp:spPr>
        <a:xfrm rot="18900000">
          <a:off x="1706277" y="2908139"/>
          <a:ext cx="263626" cy="263626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-367258"/>
                <a:satOff val="-8124"/>
                <a:lumOff val="-161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367258"/>
                <a:satOff val="-8124"/>
                <a:lumOff val="-161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367258"/>
              <a:satOff val="-8124"/>
              <a:lumOff val="-1618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B2E280D5-CCB1-6E43-BBB6-4599680729ED}">
      <dsp:nvSpPr>
        <dsp:cNvPr id="0" name=""/>
        <dsp:cNvSpPr/>
      </dsp:nvSpPr>
      <dsp:spPr>
        <a:xfrm>
          <a:off x="1735564" y="2937426"/>
          <a:ext cx="205053" cy="205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592D60-E1DF-3F47-9C44-6728E265FB24}">
      <dsp:nvSpPr>
        <dsp:cNvPr id="0" name=""/>
        <dsp:cNvSpPr/>
      </dsp:nvSpPr>
      <dsp:spPr>
        <a:xfrm>
          <a:off x="2024503" y="1792425"/>
          <a:ext cx="2744744" cy="1061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The implementation of Python was started in the December 1989 by Guido Van Rossum at CWI in Netherland.</a:t>
          </a:r>
        </a:p>
      </dsp:txBody>
      <dsp:txXfrm>
        <a:off x="2024503" y="1792425"/>
        <a:ext cx="2744744" cy="1061115"/>
      </dsp:txXfrm>
    </dsp:sp>
    <dsp:sp modelId="{ED308ABE-A566-F640-B205-FF2555B16FB8}">
      <dsp:nvSpPr>
        <dsp:cNvPr id="0" name=""/>
        <dsp:cNvSpPr/>
      </dsp:nvSpPr>
      <dsp:spPr>
        <a:xfrm>
          <a:off x="2024503" y="2853540"/>
          <a:ext cx="2744744" cy="37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Dec. 1989</a:t>
          </a:r>
        </a:p>
      </dsp:txBody>
      <dsp:txXfrm>
        <a:off x="2024503" y="2853540"/>
        <a:ext cx="2744744" cy="372824"/>
      </dsp:txXfrm>
    </dsp:sp>
    <dsp:sp modelId="{93A07478-2D60-2E4A-B6C1-9E655BC11D0B}">
      <dsp:nvSpPr>
        <dsp:cNvPr id="0" name=""/>
        <dsp:cNvSpPr/>
      </dsp:nvSpPr>
      <dsp:spPr>
        <a:xfrm>
          <a:off x="1838091" y="1792425"/>
          <a:ext cx="0" cy="1061115"/>
        </a:xfrm>
        <a:prstGeom prst="line">
          <a:avLst/>
        </a:prstGeom>
        <a:noFill/>
        <a:ln w="12700" cap="flat" cmpd="sng" algn="ctr">
          <a:solidFill>
            <a:schemeClr val="accent2">
              <a:hueOff val="-367258"/>
              <a:satOff val="-8124"/>
              <a:lumOff val="-1618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D7A81B-4DE2-DE4F-9929-9D0BBC248467}">
      <dsp:nvSpPr>
        <dsp:cNvPr id="0" name=""/>
        <dsp:cNvSpPr/>
      </dsp:nvSpPr>
      <dsp:spPr>
        <a:xfrm>
          <a:off x="1803907" y="1758870"/>
          <a:ext cx="67108" cy="67108"/>
        </a:xfrm>
        <a:prstGeom prst="ellipse">
          <a:avLst/>
        </a:prstGeom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2FCE62B9-2C9D-1D47-A096-76E6E001171C}">
      <dsp:nvSpPr>
        <dsp:cNvPr id="0" name=""/>
        <dsp:cNvSpPr/>
      </dsp:nvSpPr>
      <dsp:spPr>
        <a:xfrm rot="8100000">
          <a:off x="3354137" y="413083"/>
          <a:ext cx="263626" cy="263626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-734515"/>
                <a:satOff val="-16247"/>
                <a:lumOff val="-323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734515"/>
                <a:satOff val="-16247"/>
                <a:lumOff val="-323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734515"/>
              <a:satOff val="-16247"/>
              <a:lumOff val="-3235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A082254B-E3B9-D943-89EC-8245ECF6931E}">
      <dsp:nvSpPr>
        <dsp:cNvPr id="0" name=""/>
        <dsp:cNvSpPr/>
      </dsp:nvSpPr>
      <dsp:spPr>
        <a:xfrm>
          <a:off x="3383424" y="442370"/>
          <a:ext cx="205053" cy="205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EB8DA4-B1FC-CF40-8929-572786633D79}">
      <dsp:nvSpPr>
        <dsp:cNvPr id="0" name=""/>
        <dsp:cNvSpPr/>
      </dsp:nvSpPr>
      <dsp:spPr>
        <a:xfrm>
          <a:off x="3672363" y="731309"/>
          <a:ext cx="2744744" cy="1061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February 1991, van Rossum published the code (labeled version 0.9.0) to alt.sources.</a:t>
          </a:r>
        </a:p>
      </dsp:txBody>
      <dsp:txXfrm>
        <a:off x="3672363" y="731309"/>
        <a:ext cx="2744744" cy="1061115"/>
      </dsp:txXfrm>
    </dsp:sp>
    <dsp:sp modelId="{F1BBB37A-75B4-2F4C-88EB-E737AF66FD11}">
      <dsp:nvSpPr>
        <dsp:cNvPr id="0" name=""/>
        <dsp:cNvSpPr/>
      </dsp:nvSpPr>
      <dsp:spPr>
        <a:xfrm>
          <a:off x="3672363" y="358484"/>
          <a:ext cx="2744744" cy="37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Feb. 1991</a:t>
          </a:r>
        </a:p>
      </dsp:txBody>
      <dsp:txXfrm>
        <a:off x="3672363" y="358484"/>
        <a:ext cx="2744744" cy="372824"/>
      </dsp:txXfrm>
    </dsp:sp>
    <dsp:sp modelId="{623175D4-9F60-DC44-9DB2-105A67FD2778}">
      <dsp:nvSpPr>
        <dsp:cNvPr id="0" name=""/>
        <dsp:cNvSpPr/>
      </dsp:nvSpPr>
      <dsp:spPr>
        <a:xfrm>
          <a:off x="3485951" y="731309"/>
          <a:ext cx="0" cy="1061115"/>
        </a:xfrm>
        <a:prstGeom prst="line">
          <a:avLst/>
        </a:prstGeom>
        <a:noFill/>
        <a:ln w="12700" cap="flat" cmpd="sng" algn="ctr">
          <a:solidFill>
            <a:schemeClr val="accent2">
              <a:hueOff val="-734515"/>
              <a:satOff val="-16247"/>
              <a:lumOff val="-3235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6718472-4BDB-4246-8EBB-C528197436E6}">
      <dsp:nvSpPr>
        <dsp:cNvPr id="0" name=""/>
        <dsp:cNvSpPr/>
      </dsp:nvSpPr>
      <dsp:spPr>
        <a:xfrm>
          <a:off x="3451767" y="1758870"/>
          <a:ext cx="67108" cy="67108"/>
        </a:xfrm>
        <a:prstGeom prst="ellipse">
          <a:avLst/>
        </a:prstGeom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84F37802-3DD3-DE44-A998-6FB541F2065F}">
      <dsp:nvSpPr>
        <dsp:cNvPr id="0" name=""/>
        <dsp:cNvSpPr/>
      </dsp:nvSpPr>
      <dsp:spPr>
        <a:xfrm rot="18900000">
          <a:off x="5001997" y="2908139"/>
          <a:ext cx="263626" cy="263626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-1101773"/>
                <a:satOff val="-24371"/>
                <a:lumOff val="-485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101773"/>
                <a:satOff val="-24371"/>
                <a:lumOff val="-485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101773"/>
              <a:satOff val="-24371"/>
              <a:lumOff val="-4853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1F59D55-1FAB-0E40-A246-0650FB44EEB1}">
      <dsp:nvSpPr>
        <dsp:cNvPr id="0" name=""/>
        <dsp:cNvSpPr/>
      </dsp:nvSpPr>
      <dsp:spPr>
        <a:xfrm>
          <a:off x="5031284" y="2937426"/>
          <a:ext cx="205053" cy="205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445C00-4065-4242-B220-116B8E945181}">
      <dsp:nvSpPr>
        <dsp:cNvPr id="0" name=""/>
        <dsp:cNvSpPr/>
      </dsp:nvSpPr>
      <dsp:spPr>
        <a:xfrm>
          <a:off x="5320223" y="1792425"/>
          <a:ext cx="2744744" cy="1061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In 1994, Python 1.0 was released with new features like: lambda, map, filter, and reduce.</a:t>
          </a:r>
        </a:p>
      </dsp:txBody>
      <dsp:txXfrm>
        <a:off x="5320223" y="1792425"/>
        <a:ext cx="2744744" cy="1061115"/>
      </dsp:txXfrm>
    </dsp:sp>
    <dsp:sp modelId="{3F91C410-E2B6-7A47-83B3-845817B2B6CD}">
      <dsp:nvSpPr>
        <dsp:cNvPr id="0" name=""/>
        <dsp:cNvSpPr/>
      </dsp:nvSpPr>
      <dsp:spPr>
        <a:xfrm>
          <a:off x="5320223" y="2853540"/>
          <a:ext cx="2744744" cy="37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1994</a:t>
          </a:r>
        </a:p>
      </dsp:txBody>
      <dsp:txXfrm>
        <a:off x="5320223" y="2853540"/>
        <a:ext cx="2744744" cy="372824"/>
      </dsp:txXfrm>
    </dsp:sp>
    <dsp:sp modelId="{335A0E44-DD62-1D4D-B477-A4EA9D4C0F8F}">
      <dsp:nvSpPr>
        <dsp:cNvPr id="0" name=""/>
        <dsp:cNvSpPr/>
      </dsp:nvSpPr>
      <dsp:spPr>
        <a:xfrm>
          <a:off x="5133810" y="1792425"/>
          <a:ext cx="0" cy="1061115"/>
        </a:xfrm>
        <a:prstGeom prst="line">
          <a:avLst/>
        </a:prstGeom>
        <a:noFill/>
        <a:ln w="12700" cap="flat" cmpd="sng" algn="ctr">
          <a:solidFill>
            <a:schemeClr val="accent2">
              <a:hueOff val="-1101773"/>
              <a:satOff val="-24371"/>
              <a:lumOff val="-4853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F80DD8C-4112-C943-AC2C-8F66C65EDB5D}">
      <dsp:nvSpPr>
        <dsp:cNvPr id="0" name=""/>
        <dsp:cNvSpPr/>
      </dsp:nvSpPr>
      <dsp:spPr>
        <a:xfrm>
          <a:off x="5099627" y="1758870"/>
          <a:ext cx="67108" cy="67108"/>
        </a:xfrm>
        <a:prstGeom prst="ellipse">
          <a:avLst/>
        </a:prstGeom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35E3E34-1D9E-774B-8432-DFEC7F5D1614}">
      <dsp:nvSpPr>
        <dsp:cNvPr id="0" name=""/>
        <dsp:cNvSpPr/>
      </dsp:nvSpPr>
      <dsp:spPr>
        <a:xfrm rot="8100000">
          <a:off x="6649857" y="413083"/>
          <a:ext cx="263626" cy="263626"/>
        </a:xfrm>
        <a:prstGeom prst="teardrop">
          <a:avLst>
            <a:gd name="adj" fmla="val 115000"/>
          </a:avLst>
        </a:prstGeom>
        <a:gradFill rotWithShape="0">
          <a:gsLst>
            <a:gs pos="0">
              <a:schemeClr val="accent2">
                <a:hueOff val="-1469031"/>
                <a:satOff val="-32495"/>
                <a:lumOff val="-647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-1469031"/>
                <a:satOff val="-32495"/>
                <a:lumOff val="-647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 w="9525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17C41475-6424-DC4C-A75E-BC171CC41863}">
      <dsp:nvSpPr>
        <dsp:cNvPr id="0" name=""/>
        <dsp:cNvSpPr/>
      </dsp:nvSpPr>
      <dsp:spPr>
        <a:xfrm>
          <a:off x="6679144" y="442370"/>
          <a:ext cx="205053" cy="205053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noFill/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6CBB5F-0B1F-1F4E-B4A8-BA52598F1859}">
      <dsp:nvSpPr>
        <dsp:cNvPr id="0" name=""/>
        <dsp:cNvSpPr/>
      </dsp:nvSpPr>
      <dsp:spPr>
        <a:xfrm>
          <a:off x="6968083" y="731309"/>
          <a:ext cx="2744744" cy="106111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On December 3, 2008, Python 3.0 (also called "Py3K") was released. It was designed to rectify fundamental flaw of the language.</a:t>
          </a:r>
        </a:p>
      </dsp:txBody>
      <dsp:txXfrm>
        <a:off x="6968083" y="731309"/>
        <a:ext cx="2744744" cy="1061115"/>
      </dsp:txXfrm>
    </dsp:sp>
    <dsp:sp modelId="{24992666-2D57-B34D-8593-5B26C093A552}">
      <dsp:nvSpPr>
        <dsp:cNvPr id="0" name=""/>
        <dsp:cNvSpPr/>
      </dsp:nvSpPr>
      <dsp:spPr>
        <a:xfrm>
          <a:off x="6968083" y="358484"/>
          <a:ext cx="2744744" cy="3728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3 Dec. 2008</a:t>
          </a:r>
        </a:p>
      </dsp:txBody>
      <dsp:txXfrm>
        <a:off x="6968083" y="358484"/>
        <a:ext cx="2744744" cy="372824"/>
      </dsp:txXfrm>
    </dsp:sp>
    <dsp:sp modelId="{06DCD273-9A9D-0747-8324-26E863F4295A}">
      <dsp:nvSpPr>
        <dsp:cNvPr id="0" name=""/>
        <dsp:cNvSpPr/>
      </dsp:nvSpPr>
      <dsp:spPr>
        <a:xfrm>
          <a:off x="6781670" y="731309"/>
          <a:ext cx="0" cy="1061115"/>
        </a:xfrm>
        <a:prstGeom prst="line">
          <a:avLst/>
        </a:prstGeom>
        <a:noFill/>
        <a:ln w="12700" cap="flat" cmpd="sng" algn="ctr">
          <a:solidFill>
            <a:schemeClr val="accent2">
              <a:hueOff val="-1469031"/>
              <a:satOff val="-32495"/>
              <a:lumOff val="-6470"/>
              <a:alphaOff val="0"/>
            </a:schemeClr>
          </a:solidFill>
          <a:prstDash val="dash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2C9D07-C853-9C47-9B50-1D682EEDCA3E}">
      <dsp:nvSpPr>
        <dsp:cNvPr id="0" name=""/>
        <dsp:cNvSpPr/>
      </dsp:nvSpPr>
      <dsp:spPr>
        <a:xfrm>
          <a:off x="6747487" y="1758870"/>
          <a:ext cx="67108" cy="67108"/>
        </a:xfrm>
        <a:prstGeom prst="ellipse">
          <a:avLst/>
        </a:prstGeom>
        <a:gradFill rotWithShape="0">
          <a:gsLst>
            <a:gs pos="0">
              <a:schemeClr val="accent2">
                <a:tint val="94000"/>
                <a:satMod val="105000"/>
                <a:lumMod val="102000"/>
              </a:schemeClr>
            </a:gs>
            <a:gs pos="100000">
              <a:schemeClr val="accent2">
                <a:shade val="74000"/>
                <a:satMod val="128000"/>
                <a:lumMod val="100000"/>
              </a:schemeClr>
            </a:gs>
          </a:gsLst>
          <a:lin ang="5400000" scaled="0"/>
        </a:gra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B0A610-DE9D-42AD-B31D-6BA85B50902D}">
      <dsp:nvSpPr>
        <dsp:cNvPr id="0" name=""/>
        <dsp:cNvSpPr/>
      </dsp:nvSpPr>
      <dsp:spPr>
        <a:xfrm>
          <a:off x="255000" y="261910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16B5677-79FD-4F9B-9FF3-245C124351B1}">
      <dsp:nvSpPr>
        <dsp:cNvPr id="0" name=""/>
        <dsp:cNvSpPr/>
      </dsp:nvSpPr>
      <dsp:spPr>
        <a:xfrm>
          <a:off x="255000" y="190367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i="1" kern="1200"/>
            <a:t>ABC programming language</a:t>
          </a:r>
          <a:r>
            <a:rPr lang="en-IN" sz="1400" kern="1200"/>
            <a:t> is said to be the predecessor of Python language which was capable of Exception Handling and interfacing with Amoeba Operating System.</a:t>
          </a:r>
          <a:endParaRPr lang="en-US" sz="1400" kern="1200"/>
        </a:p>
      </dsp:txBody>
      <dsp:txXfrm>
        <a:off x="255000" y="1903679"/>
        <a:ext cx="4320000" cy="648000"/>
      </dsp:txXfrm>
    </dsp:sp>
    <dsp:sp modelId="{AEDC7570-F807-42E7-AC73-F767A4F6F9B8}">
      <dsp:nvSpPr>
        <dsp:cNvPr id="0" name=""/>
        <dsp:cNvSpPr/>
      </dsp:nvSpPr>
      <dsp:spPr>
        <a:xfrm>
          <a:off x="255000" y="2612037"/>
          <a:ext cx="4320000" cy="667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A0B49A-C81A-4582-A3DE-8913808C46BA}">
      <dsp:nvSpPr>
        <dsp:cNvPr id="0" name=""/>
        <dsp:cNvSpPr/>
      </dsp:nvSpPr>
      <dsp:spPr>
        <a:xfrm>
          <a:off x="5331000" y="261910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3B80B82-1268-4A9A-AED4-256142FA6243}">
      <dsp:nvSpPr>
        <dsp:cNvPr id="0" name=""/>
        <dsp:cNvSpPr/>
      </dsp:nvSpPr>
      <dsp:spPr>
        <a:xfrm>
          <a:off x="5331000" y="1903679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IN" sz="1400" kern="1200"/>
            <a:t>Python is influenced by following programming languages:</a:t>
          </a:r>
          <a:endParaRPr lang="en-US" sz="1400" kern="1200"/>
        </a:p>
      </dsp:txBody>
      <dsp:txXfrm>
        <a:off x="5331000" y="1903679"/>
        <a:ext cx="4320000" cy="648000"/>
      </dsp:txXfrm>
    </dsp:sp>
    <dsp:sp modelId="{2F3FEA29-0D8E-43C3-B4A1-9E4252F29590}">
      <dsp:nvSpPr>
        <dsp:cNvPr id="0" name=""/>
        <dsp:cNvSpPr/>
      </dsp:nvSpPr>
      <dsp:spPr>
        <a:xfrm>
          <a:off x="5331000" y="2612037"/>
          <a:ext cx="4320000" cy="6677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ABC language.</a:t>
          </a:r>
          <a:endParaRPr lang="en-US" sz="1100" kern="1200"/>
        </a:p>
        <a:p>
          <a:pPr marL="0" lvl="0" indent="0" algn="l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100" kern="1200"/>
            <a:t>Modula-3</a:t>
          </a:r>
          <a:endParaRPr lang="en-US" sz="1100" kern="1200"/>
        </a:p>
      </dsp:txBody>
      <dsp:txXfrm>
        <a:off x="5331000" y="2612037"/>
        <a:ext cx="4320000" cy="66776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9B3CC41-55C8-442E-976D-EBC38BCB4C6B}">
      <dsp:nvSpPr>
        <dsp:cNvPr id="0" name=""/>
        <dsp:cNvSpPr/>
      </dsp:nvSpPr>
      <dsp:spPr>
        <a:xfrm>
          <a:off x="707775" y="611100"/>
          <a:ext cx="1252520" cy="125252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9972582-EA89-4DEE-B57F-CEAFFB14BA6E}">
      <dsp:nvSpPr>
        <dsp:cNvPr id="0" name=""/>
        <dsp:cNvSpPr/>
      </dsp:nvSpPr>
      <dsp:spPr>
        <a:xfrm>
          <a:off x="974706" y="878030"/>
          <a:ext cx="718659" cy="718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8DE2A0A-78F1-4562-ADF5-9C578E7A4916}">
      <dsp:nvSpPr>
        <dsp:cNvPr id="0" name=""/>
        <dsp:cNvSpPr/>
      </dsp:nvSpPr>
      <dsp:spPr>
        <a:xfrm>
          <a:off x="307380" y="2253749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800" kern="1200"/>
            <a:t>Python is Popular</a:t>
          </a:r>
          <a:endParaRPr lang="en-US" sz="2800" kern="1200"/>
        </a:p>
      </dsp:txBody>
      <dsp:txXfrm>
        <a:off x="307380" y="2253749"/>
        <a:ext cx="2053312" cy="720000"/>
      </dsp:txXfrm>
    </dsp:sp>
    <dsp:sp modelId="{E1B6D6ED-DA87-48E4-9CBD-9DE4D058417F}">
      <dsp:nvSpPr>
        <dsp:cNvPr id="0" name=""/>
        <dsp:cNvSpPr/>
      </dsp:nvSpPr>
      <dsp:spPr>
        <a:xfrm>
          <a:off x="3120418" y="611100"/>
          <a:ext cx="1252520" cy="125252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ADBFEE-CAE4-4E68-BEA5-F2351089681E}">
      <dsp:nvSpPr>
        <dsp:cNvPr id="0" name=""/>
        <dsp:cNvSpPr/>
      </dsp:nvSpPr>
      <dsp:spPr>
        <a:xfrm>
          <a:off x="3387348" y="878030"/>
          <a:ext cx="718659" cy="718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E3AD6F-0705-4B6D-8D96-2A190659A9AB}">
      <dsp:nvSpPr>
        <dsp:cNvPr id="0" name=""/>
        <dsp:cNvSpPr/>
      </dsp:nvSpPr>
      <dsp:spPr>
        <a:xfrm>
          <a:off x="2720022" y="2253749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800" kern="1200"/>
            <a:t>Python is Interpreted</a:t>
          </a:r>
          <a:endParaRPr lang="en-US" sz="2800" kern="1200"/>
        </a:p>
      </dsp:txBody>
      <dsp:txXfrm>
        <a:off x="2720022" y="2253749"/>
        <a:ext cx="2053312" cy="720000"/>
      </dsp:txXfrm>
    </dsp:sp>
    <dsp:sp modelId="{353272A3-E283-4E4A-A137-BAFF19CBE49C}">
      <dsp:nvSpPr>
        <dsp:cNvPr id="0" name=""/>
        <dsp:cNvSpPr/>
      </dsp:nvSpPr>
      <dsp:spPr>
        <a:xfrm>
          <a:off x="5533060" y="611100"/>
          <a:ext cx="1252520" cy="1252520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EB7A195-9523-444A-B78B-9349924275DD}">
      <dsp:nvSpPr>
        <dsp:cNvPr id="0" name=""/>
        <dsp:cNvSpPr/>
      </dsp:nvSpPr>
      <dsp:spPr>
        <a:xfrm>
          <a:off x="5799990" y="878030"/>
          <a:ext cx="718659" cy="718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E66A647-6ACE-4781-A2F3-5BDA22CA4A1F}">
      <dsp:nvSpPr>
        <dsp:cNvPr id="0" name=""/>
        <dsp:cNvSpPr/>
      </dsp:nvSpPr>
      <dsp:spPr>
        <a:xfrm>
          <a:off x="5132664" y="2253749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800" kern="1200"/>
            <a:t>Python is Free</a:t>
          </a:r>
          <a:endParaRPr lang="en-US" sz="2800" kern="1200"/>
        </a:p>
      </dsp:txBody>
      <dsp:txXfrm>
        <a:off x="5132664" y="2253749"/>
        <a:ext cx="2053312" cy="720000"/>
      </dsp:txXfrm>
    </dsp:sp>
    <dsp:sp modelId="{5444418A-B928-41F0-83FB-06D8111A5E7C}">
      <dsp:nvSpPr>
        <dsp:cNvPr id="0" name=""/>
        <dsp:cNvSpPr/>
      </dsp:nvSpPr>
      <dsp:spPr>
        <a:xfrm>
          <a:off x="7945702" y="611100"/>
          <a:ext cx="1252520" cy="1252520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FC2427-B39B-4E38-8AB4-C4B8EC87D382}">
      <dsp:nvSpPr>
        <dsp:cNvPr id="0" name=""/>
        <dsp:cNvSpPr/>
      </dsp:nvSpPr>
      <dsp:spPr>
        <a:xfrm>
          <a:off x="8212633" y="878030"/>
          <a:ext cx="718659" cy="71865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5875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AD6EAD-B4EE-41EC-A665-1352291AC0C0}">
      <dsp:nvSpPr>
        <dsp:cNvPr id="0" name=""/>
        <dsp:cNvSpPr/>
      </dsp:nvSpPr>
      <dsp:spPr>
        <a:xfrm>
          <a:off x="7545306" y="2253749"/>
          <a:ext cx="20533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IN" sz="2800" kern="1200"/>
            <a:t>Python is Simple</a:t>
          </a:r>
          <a:endParaRPr lang="en-US" sz="2800" kern="1200"/>
        </a:p>
      </dsp:txBody>
      <dsp:txXfrm>
        <a:off x="7545306" y="2253749"/>
        <a:ext cx="2053312" cy="7200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82DA200-EFDD-0844-AA6A-8B39EDC03C81}">
      <dsp:nvSpPr>
        <dsp:cNvPr id="0" name=""/>
        <dsp:cNvSpPr/>
      </dsp:nvSpPr>
      <dsp:spPr>
        <a:xfrm>
          <a:off x="541734" y="348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Face book</a:t>
          </a:r>
          <a:endParaRPr lang="en-US" sz="3500" kern="1200"/>
        </a:p>
      </dsp:txBody>
      <dsp:txXfrm>
        <a:off x="541734" y="348"/>
        <a:ext cx="2757040" cy="1654224"/>
      </dsp:txXfrm>
    </dsp:sp>
    <dsp:sp modelId="{28D1CEAF-3235-3F41-92EF-D78DFAF7577B}">
      <dsp:nvSpPr>
        <dsp:cNvPr id="0" name=""/>
        <dsp:cNvSpPr/>
      </dsp:nvSpPr>
      <dsp:spPr>
        <a:xfrm>
          <a:off x="3574479" y="348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661711"/>
                <a:satOff val="-3554"/>
                <a:lumOff val="121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661711"/>
                <a:satOff val="-3554"/>
                <a:lumOff val="121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Google</a:t>
          </a:r>
          <a:endParaRPr lang="en-US" sz="3500" kern="1200"/>
        </a:p>
      </dsp:txBody>
      <dsp:txXfrm>
        <a:off x="3574479" y="348"/>
        <a:ext cx="2757040" cy="1654224"/>
      </dsp:txXfrm>
    </dsp:sp>
    <dsp:sp modelId="{90438EB1-C0D3-8645-8014-5015BF171351}">
      <dsp:nvSpPr>
        <dsp:cNvPr id="0" name=""/>
        <dsp:cNvSpPr/>
      </dsp:nvSpPr>
      <dsp:spPr>
        <a:xfrm>
          <a:off x="6607223" y="348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1323423"/>
                <a:satOff val="-7108"/>
                <a:lumOff val="243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323423"/>
                <a:satOff val="-7108"/>
                <a:lumOff val="243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Intel</a:t>
          </a:r>
          <a:endParaRPr lang="en-US" sz="3500" kern="1200"/>
        </a:p>
      </dsp:txBody>
      <dsp:txXfrm>
        <a:off x="6607223" y="348"/>
        <a:ext cx="2757040" cy="1654224"/>
      </dsp:txXfrm>
    </dsp:sp>
    <dsp:sp modelId="{888C1AD7-9714-474D-9062-7BFFE150305C}">
      <dsp:nvSpPr>
        <dsp:cNvPr id="0" name=""/>
        <dsp:cNvSpPr/>
      </dsp:nvSpPr>
      <dsp:spPr>
        <a:xfrm>
          <a:off x="541734" y="1930277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1985134"/>
                <a:satOff val="-10662"/>
                <a:lumOff val="364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985134"/>
                <a:satOff val="-10662"/>
                <a:lumOff val="364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Some of them uses it for development</a:t>
          </a:r>
          <a:endParaRPr lang="en-US" sz="3500" kern="1200"/>
        </a:p>
      </dsp:txBody>
      <dsp:txXfrm>
        <a:off x="541734" y="1930277"/>
        <a:ext cx="2757040" cy="1654224"/>
      </dsp:txXfrm>
    </dsp:sp>
    <dsp:sp modelId="{C2AE36A5-41B7-CD41-863B-5FC526DDFAB7}">
      <dsp:nvSpPr>
        <dsp:cNvPr id="0" name=""/>
        <dsp:cNvSpPr/>
      </dsp:nvSpPr>
      <dsp:spPr>
        <a:xfrm>
          <a:off x="3574479" y="1930277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2646845"/>
                <a:satOff val="-14216"/>
                <a:lumOff val="486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646845"/>
                <a:satOff val="-14216"/>
                <a:lumOff val="486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And some for testing</a:t>
          </a:r>
          <a:endParaRPr lang="en-US" sz="3500" kern="1200"/>
        </a:p>
      </dsp:txBody>
      <dsp:txXfrm>
        <a:off x="3574479" y="1930277"/>
        <a:ext cx="2757040" cy="1654224"/>
      </dsp:txXfrm>
    </dsp:sp>
    <dsp:sp modelId="{8543DD4B-C176-3D45-8EE3-3D18A4D10A0D}">
      <dsp:nvSpPr>
        <dsp:cNvPr id="0" name=""/>
        <dsp:cNvSpPr/>
      </dsp:nvSpPr>
      <dsp:spPr>
        <a:xfrm>
          <a:off x="6607223" y="1930277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33350" tIns="133350" rIns="133350" bIns="133350" numCol="1" spcCol="1270" anchor="ctr" anchorCtr="0">
          <a:noAutofit/>
        </a:bodyPr>
        <a:lstStyle/>
        <a:p>
          <a:pPr marL="0" lvl="0" indent="0" algn="ctr" defTabSz="1555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500" kern="1200"/>
            <a:t>And some to test their sample data</a:t>
          </a:r>
          <a:endParaRPr lang="en-US" sz="3500" kern="1200"/>
        </a:p>
      </dsp:txBody>
      <dsp:txXfrm>
        <a:off x="6607223" y="1930277"/>
        <a:ext cx="2757040" cy="165422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9BCEF8-E46C-AA44-89C3-36FF5D55BF42}">
      <dsp:nvSpPr>
        <dsp:cNvPr id="0" name=""/>
        <dsp:cNvSpPr/>
      </dsp:nvSpPr>
      <dsp:spPr>
        <a:xfrm>
          <a:off x="3385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Easy to Learn and Use</a:t>
          </a:r>
          <a:endParaRPr lang="en-US" sz="2400" kern="1200"/>
        </a:p>
      </dsp:txBody>
      <dsp:txXfrm>
        <a:off x="3385" y="600851"/>
        <a:ext cx="1833190" cy="1099914"/>
      </dsp:txXfrm>
    </dsp:sp>
    <dsp:sp modelId="{A058830A-7607-3D4F-85D7-175007CE548E}">
      <dsp:nvSpPr>
        <dsp:cNvPr id="0" name=""/>
        <dsp:cNvSpPr/>
      </dsp:nvSpPr>
      <dsp:spPr>
        <a:xfrm>
          <a:off x="2019895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367617"/>
                <a:satOff val="-1974"/>
                <a:lumOff val="67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67617"/>
                <a:satOff val="-1974"/>
                <a:lumOff val="67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Expressive Language</a:t>
          </a:r>
          <a:endParaRPr lang="en-US" sz="2400" kern="1200"/>
        </a:p>
      </dsp:txBody>
      <dsp:txXfrm>
        <a:off x="2019895" y="600851"/>
        <a:ext cx="1833190" cy="1099914"/>
      </dsp:txXfrm>
    </dsp:sp>
    <dsp:sp modelId="{569011D8-AD8D-DB47-9133-3CF243A761D5}">
      <dsp:nvSpPr>
        <dsp:cNvPr id="0" name=""/>
        <dsp:cNvSpPr/>
      </dsp:nvSpPr>
      <dsp:spPr>
        <a:xfrm>
          <a:off x="4036404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735235"/>
                <a:satOff val="-3949"/>
                <a:lumOff val="135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735235"/>
                <a:satOff val="-3949"/>
                <a:lumOff val="135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Interpreted Language</a:t>
          </a:r>
          <a:endParaRPr lang="en-US" sz="2400" kern="1200"/>
        </a:p>
      </dsp:txBody>
      <dsp:txXfrm>
        <a:off x="4036404" y="600851"/>
        <a:ext cx="1833190" cy="1099914"/>
      </dsp:txXfrm>
    </dsp:sp>
    <dsp:sp modelId="{3498C9A5-CC5E-3044-B7EB-DAA11BB79E04}">
      <dsp:nvSpPr>
        <dsp:cNvPr id="0" name=""/>
        <dsp:cNvSpPr/>
      </dsp:nvSpPr>
      <dsp:spPr>
        <a:xfrm>
          <a:off x="6052913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1102852"/>
                <a:satOff val="-5923"/>
                <a:lumOff val="202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102852"/>
                <a:satOff val="-5923"/>
                <a:lumOff val="202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Cross-platform Language</a:t>
          </a:r>
          <a:endParaRPr lang="en-US" sz="2400" kern="1200"/>
        </a:p>
      </dsp:txBody>
      <dsp:txXfrm>
        <a:off x="6052913" y="600851"/>
        <a:ext cx="1833190" cy="1099914"/>
      </dsp:txXfrm>
    </dsp:sp>
    <dsp:sp modelId="{6E295564-0EE4-2A4F-97EF-3675C3BE9903}">
      <dsp:nvSpPr>
        <dsp:cNvPr id="0" name=""/>
        <dsp:cNvSpPr/>
      </dsp:nvSpPr>
      <dsp:spPr>
        <a:xfrm>
          <a:off x="8069422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1470470"/>
                <a:satOff val="-7898"/>
                <a:lumOff val="270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470470"/>
                <a:satOff val="-7898"/>
                <a:lumOff val="270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Free and Open Source</a:t>
          </a:r>
          <a:endParaRPr lang="en-US" sz="2400" kern="1200"/>
        </a:p>
      </dsp:txBody>
      <dsp:txXfrm>
        <a:off x="8069422" y="600851"/>
        <a:ext cx="1833190" cy="1099914"/>
      </dsp:txXfrm>
    </dsp:sp>
    <dsp:sp modelId="{7C17DE41-EE57-7845-95F2-84A80AF0CF5C}">
      <dsp:nvSpPr>
        <dsp:cNvPr id="0" name=""/>
        <dsp:cNvSpPr/>
      </dsp:nvSpPr>
      <dsp:spPr>
        <a:xfrm>
          <a:off x="3385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1838087"/>
                <a:satOff val="-9872"/>
                <a:lumOff val="337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838087"/>
                <a:satOff val="-9872"/>
                <a:lumOff val="337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Object-Oriented Language</a:t>
          </a:r>
          <a:endParaRPr lang="en-US" sz="2400" kern="1200"/>
        </a:p>
      </dsp:txBody>
      <dsp:txXfrm>
        <a:off x="3385" y="1884084"/>
        <a:ext cx="1833190" cy="1099914"/>
      </dsp:txXfrm>
    </dsp:sp>
    <dsp:sp modelId="{7117F950-AF1D-9049-89DE-30FD483ED277}">
      <dsp:nvSpPr>
        <dsp:cNvPr id="0" name=""/>
        <dsp:cNvSpPr/>
      </dsp:nvSpPr>
      <dsp:spPr>
        <a:xfrm>
          <a:off x="2019895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2205704"/>
                <a:satOff val="-11847"/>
                <a:lumOff val="405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205704"/>
                <a:satOff val="-11847"/>
                <a:lumOff val="405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Extensible</a:t>
          </a:r>
          <a:endParaRPr lang="en-US" sz="2400" kern="1200"/>
        </a:p>
      </dsp:txBody>
      <dsp:txXfrm>
        <a:off x="2019895" y="1884084"/>
        <a:ext cx="1833190" cy="1099914"/>
      </dsp:txXfrm>
    </dsp:sp>
    <dsp:sp modelId="{F76F78CE-C303-DD4D-8328-14D6D5873308}">
      <dsp:nvSpPr>
        <dsp:cNvPr id="0" name=""/>
        <dsp:cNvSpPr/>
      </dsp:nvSpPr>
      <dsp:spPr>
        <a:xfrm>
          <a:off x="4036404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2573322"/>
                <a:satOff val="-13821"/>
                <a:lumOff val="472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573322"/>
                <a:satOff val="-13821"/>
                <a:lumOff val="472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Large Standard Library</a:t>
          </a:r>
          <a:endParaRPr lang="en-US" sz="2400" kern="1200"/>
        </a:p>
      </dsp:txBody>
      <dsp:txXfrm>
        <a:off x="4036404" y="1884084"/>
        <a:ext cx="1833190" cy="1099914"/>
      </dsp:txXfrm>
    </dsp:sp>
    <dsp:sp modelId="{48AC820B-B78F-4847-9EB4-C0331A2CA5E8}">
      <dsp:nvSpPr>
        <dsp:cNvPr id="0" name=""/>
        <dsp:cNvSpPr/>
      </dsp:nvSpPr>
      <dsp:spPr>
        <a:xfrm>
          <a:off x="6052913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2940939"/>
                <a:satOff val="-15796"/>
                <a:lumOff val="540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940939"/>
                <a:satOff val="-15796"/>
                <a:lumOff val="540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GUI Programming Support</a:t>
          </a:r>
          <a:endParaRPr lang="en-US" sz="2400" kern="1200"/>
        </a:p>
      </dsp:txBody>
      <dsp:txXfrm>
        <a:off x="6052913" y="1884084"/>
        <a:ext cx="1833190" cy="1099914"/>
      </dsp:txXfrm>
    </dsp:sp>
    <dsp:sp modelId="{411D3559-E4C7-AC42-8279-A81432D4FD1D}">
      <dsp:nvSpPr>
        <dsp:cNvPr id="0" name=""/>
        <dsp:cNvSpPr/>
      </dsp:nvSpPr>
      <dsp:spPr>
        <a:xfrm>
          <a:off x="8069422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Integrated</a:t>
          </a:r>
          <a:endParaRPr lang="en-US" sz="2400" kern="1200"/>
        </a:p>
      </dsp:txBody>
      <dsp:txXfrm>
        <a:off x="8069422" y="1884084"/>
        <a:ext cx="1833190" cy="109991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F6FE22-F9E7-F640-A611-7636DCB6A6FA}">
      <dsp:nvSpPr>
        <dsp:cNvPr id="0" name=""/>
        <dsp:cNvSpPr/>
      </dsp:nvSpPr>
      <dsp:spPr>
        <a:xfrm>
          <a:off x="3385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Web Application</a:t>
          </a:r>
          <a:endParaRPr lang="en-US" sz="2400" kern="1200"/>
        </a:p>
      </dsp:txBody>
      <dsp:txXfrm>
        <a:off x="3385" y="600851"/>
        <a:ext cx="1833190" cy="1099914"/>
      </dsp:txXfrm>
    </dsp:sp>
    <dsp:sp modelId="{8A96A3DA-4F9A-764C-9A2D-D8C36A7C5AB2}">
      <dsp:nvSpPr>
        <dsp:cNvPr id="0" name=""/>
        <dsp:cNvSpPr/>
      </dsp:nvSpPr>
      <dsp:spPr>
        <a:xfrm>
          <a:off x="2019895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367617"/>
                <a:satOff val="-1974"/>
                <a:lumOff val="675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67617"/>
                <a:satOff val="-1974"/>
                <a:lumOff val="675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Desktop GUI Application</a:t>
          </a:r>
          <a:endParaRPr lang="en-US" sz="2400" kern="1200"/>
        </a:p>
      </dsp:txBody>
      <dsp:txXfrm>
        <a:off x="2019895" y="600851"/>
        <a:ext cx="1833190" cy="1099914"/>
      </dsp:txXfrm>
    </dsp:sp>
    <dsp:sp modelId="{FB276115-E273-4548-A8C4-59DCCA6C02DD}">
      <dsp:nvSpPr>
        <dsp:cNvPr id="0" name=""/>
        <dsp:cNvSpPr/>
      </dsp:nvSpPr>
      <dsp:spPr>
        <a:xfrm>
          <a:off x="4036404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735235"/>
                <a:satOff val="-3949"/>
                <a:lumOff val="135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735235"/>
                <a:satOff val="-3949"/>
                <a:lumOff val="135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Software Development</a:t>
          </a:r>
          <a:endParaRPr lang="en-US" sz="2400" kern="1200"/>
        </a:p>
      </dsp:txBody>
      <dsp:txXfrm>
        <a:off x="4036404" y="600851"/>
        <a:ext cx="1833190" cy="1099914"/>
      </dsp:txXfrm>
    </dsp:sp>
    <dsp:sp modelId="{D416BBB9-6B2F-6341-AF9F-4580B8E8C582}">
      <dsp:nvSpPr>
        <dsp:cNvPr id="0" name=""/>
        <dsp:cNvSpPr/>
      </dsp:nvSpPr>
      <dsp:spPr>
        <a:xfrm>
          <a:off x="6052913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1102852"/>
                <a:satOff val="-5923"/>
                <a:lumOff val="202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102852"/>
                <a:satOff val="-5923"/>
                <a:lumOff val="202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Scientific &amp; Numeric</a:t>
          </a:r>
          <a:endParaRPr lang="en-US" sz="2400" kern="1200"/>
        </a:p>
      </dsp:txBody>
      <dsp:txXfrm>
        <a:off x="6052913" y="600851"/>
        <a:ext cx="1833190" cy="1099914"/>
      </dsp:txXfrm>
    </dsp:sp>
    <dsp:sp modelId="{429F2886-412B-D346-A49B-B6A57BF3F4A2}">
      <dsp:nvSpPr>
        <dsp:cNvPr id="0" name=""/>
        <dsp:cNvSpPr/>
      </dsp:nvSpPr>
      <dsp:spPr>
        <a:xfrm>
          <a:off x="8069422" y="600851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1470470"/>
                <a:satOff val="-7898"/>
                <a:lumOff val="2701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470470"/>
                <a:satOff val="-7898"/>
                <a:lumOff val="2701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Business Application</a:t>
          </a:r>
          <a:endParaRPr lang="en-US" sz="2400" kern="1200"/>
        </a:p>
      </dsp:txBody>
      <dsp:txXfrm>
        <a:off x="8069422" y="600851"/>
        <a:ext cx="1833190" cy="1099914"/>
      </dsp:txXfrm>
    </dsp:sp>
    <dsp:sp modelId="{8362CF3E-8B1D-CF4D-B8C5-BF2F1D76CABB}">
      <dsp:nvSpPr>
        <dsp:cNvPr id="0" name=""/>
        <dsp:cNvSpPr/>
      </dsp:nvSpPr>
      <dsp:spPr>
        <a:xfrm>
          <a:off x="3385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1838087"/>
                <a:satOff val="-9872"/>
                <a:lumOff val="337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838087"/>
                <a:satOff val="-9872"/>
                <a:lumOff val="337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Console Based Applications</a:t>
          </a:r>
          <a:endParaRPr lang="en-US" sz="2400" kern="1200"/>
        </a:p>
      </dsp:txBody>
      <dsp:txXfrm>
        <a:off x="3385" y="1884084"/>
        <a:ext cx="1833190" cy="1099914"/>
      </dsp:txXfrm>
    </dsp:sp>
    <dsp:sp modelId="{153454F1-8D63-B644-89E0-80D5344AE07F}">
      <dsp:nvSpPr>
        <dsp:cNvPr id="0" name=""/>
        <dsp:cNvSpPr/>
      </dsp:nvSpPr>
      <dsp:spPr>
        <a:xfrm>
          <a:off x="2019895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2205704"/>
                <a:satOff val="-11847"/>
                <a:lumOff val="405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205704"/>
                <a:satOff val="-11847"/>
                <a:lumOff val="405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Audio or Video based Applications</a:t>
          </a:r>
          <a:endParaRPr lang="en-US" sz="2400" kern="1200"/>
        </a:p>
      </dsp:txBody>
      <dsp:txXfrm>
        <a:off x="2019895" y="1884084"/>
        <a:ext cx="1833190" cy="1099914"/>
      </dsp:txXfrm>
    </dsp:sp>
    <dsp:sp modelId="{40322112-C06E-2C4E-AFAE-D9AE8F4D3341}">
      <dsp:nvSpPr>
        <dsp:cNvPr id="0" name=""/>
        <dsp:cNvSpPr/>
      </dsp:nvSpPr>
      <dsp:spPr>
        <a:xfrm>
          <a:off x="4036404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2573322"/>
                <a:satOff val="-13821"/>
                <a:lumOff val="4727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573322"/>
                <a:satOff val="-13821"/>
                <a:lumOff val="4727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3D CAD Applications</a:t>
          </a:r>
          <a:endParaRPr lang="en-US" sz="2400" kern="1200"/>
        </a:p>
      </dsp:txBody>
      <dsp:txXfrm>
        <a:off x="4036404" y="1884084"/>
        <a:ext cx="1833190" cy="1099914"/>
      </dsp:txXfrm>
    </dsp:sp>
    <dsp:sp modelId="{4CBC2C62-4AB8-774E-9F36-45141C272724}">
      <dsp:nvSpPr>
        <dsp:cNvPr id="0" name=""/>
        <dsp:cNvSpPr/>
      </dsp:nvSpPr>
      <dsp:spPr>
        <a:xfrm>
          <a:off x="6052913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2940939"/>
                <a:satOff val="-15796"/>
                <a:lumOff val="5403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940939"/>
                <a:satOff val="-15796"/>
                <a:lumOff val="5403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Enterprise Applications</a:t>
          </a:r>
          <a:endParaRPr lang="en-US" sz="2400" kern="1200"/>
        </a:p>
      </dsp:txBody>
      <dsp:txXfrm>
        <a:off x="6052913" y="1884084"/>
        <a:ext cx="1833190" cy="1099914"/>
      </dsp:txXfrm>
    </dsp:sp>
    <dsp:sp modelId="{BC344C62-82CF-E942-9918-3BE929DA6CE6}">
      <dsp:nvSpPr>
        <dsp:cNvPr id="0" name=""/>
        <dsp:cNvSpPr/>
      </dsp:nvSpPr>
      <dsp:spPr>
        <a:xfrm>
          <a:off x="8069422" y="1884084"/>
          <a:ext cx="1833190" cy="1099914"/>
        </a:xfrm>
        <a:prstGeom prst="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Application for Images</a:t>
          </a:r>
          <a:endParaRPr lang="en-US" sz="2400" kern="1200"/>
        </a:p>
      </dsp:txBody>
      <dsp:txXfrm>
        <a:off x="8069422" y="1884084"/>
        <a:ext cx="1833190" cy="109991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42D196-50AE-2A4D-A3EE-484BA4CE9953}">
      <dsp:nvSpPr>
        <dsp:cNvPr id="0" name=""/>
        <dsp:cNvSpPr/>
      </dsp:nvSpPr>
      <dsp:spPr>
        <a:xfrm>
          <a:off x="541734" y="348"/>
          <a:ext cx="2757040" cy="1654224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 dirty="0"/>
            <a:t>String literals</a:t>
          </a:r>
          <a:endParaRPr lang="en-US" sz="4200" kern="1200" dirty="0"/>
        </a:p>
      </dsp:txBody>
      <dsp:txXfrm>
        <a:off x="541734" y="348"/>
        <a:ext cx="2757040" cy="1654224"/>
      </dsp:txXfrm>
    </dsp:sp>
    <dsp:sp modelId="{755B8C2E-DCB5-B743-8840-0A406FDBDE3A}">
      <dsp:nvSpPr>
        <dsp:cNvPr id="0" name=""/>
        <dsp:cNvSpPr/>
      </dsp:nvSpPr>
      <dsp:spPr>
        <a:xfrm>
          <a:off x="3574479" y="348"/>
          <a:ext cx="2757040" cy="1654224"/>
        </a:xfrm>
        <a:prstGeom prst="rect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 dirty="0"/>
            <a:t>Numeric literals</a:t>
          </a:r>
          <a:endParaRPr lang="en-US" sz="4200" kern="1200" dirty="0"/>
        </a:p>
      </dsp:txBody>
      <dsp:txXfrm>
        <a:off x="3574479" y="348"/>
        <a:ext cx="2757040" cy="1654224"/>
      </dsp:txXfrm>
    </dsp:sp>
    <dsp:sp modelId="{B4C3F638-3D1D-384B-8EFF-E8C5D5CE4D90}">
      <dsp:nvSpPr>
        <dsp:cNvPr id="0" name=""/>
        <dsp:cNvSpPr/>
      </dsp:nvSpPr>
      <dsp:spPr>
        <a:xfrm>
          <a:off x="6607223" y="348"/>
          <a:ext cx="2757040" cy="1654224"/>
        </a:xfrm>
        <a:prstGeom prst="rect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 dirty="0"/>
            <a:t>Boolean literals</a:t>
          </a:r>
          <a:endParaRPr lang="en-US" sz="4200" kern="1200" dirty="0"/>
        </a:p>
      </dsp:txBody>
      <dsp:txXfrm>
        <a:off x="6607223" y="348"/>
        <a:ext cx="2757040" cy="1654224"/>
      </dsp:txXfrm>
    </dsp:sp>
    <dsp:sp modelId="{3629B1CF-4F46-5045-A852-7DB5A5C507F7}">
      <dsp:nvSpPr>
        <dsp:cNvPr id="0" name=""/>
        <dsp:cNvSpPr/>
      </dsp:nvSpPr>
      <dsp:spPr>
        <a:xfrm>
          <a:off x="2058106" y="1930277"/>
          <a:ext cx="2757040" cy="1654224"/>
        </a:xfrm>
        <a:prstGeom prst="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 dirty="0"/>
            <a:t>Special literals</a:t>
          </a:r>
          <a:endParaRPr lang="en-US" sz="4200" kern="1200" dirty="0"/>
        </a:p>
      </dsp:txBody>
      <dsp:txXfrm>
        <a:off x="2058106" y="1930277"/>
        <a:ext cx="2757040" cy="1654224"/>
      </dsp:txXfrm>
    </dsp:sp>
    <dsp:sp modelId="{99EF3D7F-AAE0-A940-8710-3BF9B018C5E6}">
      <dsp:nvSpPr>
        <dsp:cNvPr id="0" name=""/>
        <dsp:cNvSpPr/>
      </dsp:nvSpPr>
      <dsp:spPr>
        <a:xfrm>
          <a:off x="5090851" y="1930277"/>
          <a:ext cx="2757040" cy="1654224"/>
        </a:xfrm>
        <a:prstGeom prst="rect">
          <a:avLst/>
        </a:prstGeom>
        <a:gradFill rotWithShape="0">
          <a:gsLst>
            <a:gs pos="0">
              <a:schemeClr val="accent6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6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0020" tIns="160020" rIns="160020" bIns="16002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200" b="1" kern="1200" dirty="0"/>
            <a:t>Literal Collections</a:t>
          </a:r>
          <a:endParaRPr lang="en-US" sz="4200" kern="1200" dirty="0"/>
        </a:p>
      </dsp:txBody>
      <dsp:txXfrm>
        <a:off x="5090851" y="1930277"/>
        <a:ext cx="2757040" cy="16542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0D617AD-EB25-BE47-93F9-205039B74BE5}">
      <dsp:nvSpPr>
        <dsp:cNvPr id="0" name=""/>
        <dsp:cNvSpPr/>
      </dsp:nvSpPr>
      <dsp:spPr>
        <a:xfrm>
          <a:off x="0" y="419744"/>
          <a:ext cx="9905999" cy="3099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68816" tIns="499872" rIns="768816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Arithmetic Operators.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Relational Operators.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Assignment Operators.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Logical Operators.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Membership Operators.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Identity Operators.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N" sz="2400" kern="1200"/>
            <a:t>Bitwise Operators.</a:t>
          </a:r>
          <a:endParaRPr lang="en-US" sz="2400" kern="1200"/>
        </a:p>
      </dsp:txBody>
      <dsp:txXfrm>
        <a:off x="0" y="419744"/>
        <a:ext cx="9905999" cy="3099600"/>
      </dsp:txXfrm>
    </dsp:sp>
    <dsp:sp modelId="{94D74DC6-0AF0-0340-9CAF-629C50053F55}">
      <dsp:nvSpPr>
        <dsp:cNvPr id="0" name=""/>
        <dsp:cNvSpPr/>
      </dsp:nvSpPr>
      <dsp:spPr>
        <a:xfrm>
          <a:off x="495299" y="65504"/>
          <a:ext cx="6934199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62096" tIns="0" rIns="262096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/>
            <a:t>Types of Operators</a:t>
          </a:r>
          <a:endParaRPr lang="en-US" sz="2400" kern="1200"/>
        </a:p>
      </dsp:txBody>
      <dsp:txXfrm>
        <a:off x="529884" y="100089"/>
        <a:ext cx="6865029" cy="639310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4EBC58-CB93-8D46-A13F-BF94042EEBA4}">
      <dsp:nvSpPr>
        <dsp:cNvPr id="0" name=""/>
        <dsp:cNvSpPr/>
      </dsp:nvSpPr>
      <dsp:spPr>
        <a:xfrm>
          <a:off x="0" y="31935"/>
          <a:ext cx="9905999" cy="707264"/>
        </a:xfrm>
        <a:prstGeom prst="roundRect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1" kern="1200"/>
            <a:t>1) Single lined comment:  </a:t>
          </a:r>
          <a:endParaRPr lang="en-US" sz="3100" kern="1200"/>
        </a:p>
      </dsp:txBody>
      <dsp:txXfrm>
        <a:off x="34526" y="66461"/>
        <a:ext cx="9836947" cy="638212"/>
      </dsp:txXfrm>
    </dsp:sp>
    <dsp:sp modelId="{D81E565A-DE69-F14D-82F8-E7AF21DFAAB7}">
      <dsp:nvSpPr>
        <dsp:cNvPr id="0" name=""/>
        <dsp:cNvSpPr/>
      </dsp:nvSpPr>
      <dsp:spPr>
        <a:xfrm>
          <a:off x="0" y="828480"/>
          <a:ext cx="9905999" cy="707264"/>
        </a:xfrm>
        <a:prstGeom prst="roundRect">
          <a:avLst/>
        </a:prstGeom>
        <a:gradFill rotWithShape="0">
          <a:gsLst>
            <a:gs pos="0">
              <a:schemeClr val="accent5">
                <a:hueOff val="-1102852"/>
                <a:satOff val="-5923"/>
                <a:lumOff val="2026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1102852"/>
                <a:satOff val="-5923"/>
                <a:lumOff val="2026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1" kern="1200"/>
            <a:t>#print(“hai”)</a:t>
          </a:r>
          <a:endParaRPr lang="en-US" sz="3100" kern="1200"/>
        </a:p>
      </dsp:txBody>
      <dsp:txXfrm>
        <a:off x="34526" y="863006"/>
        <a:ext cx="9836947" cy="638212"/>
      </dsp:txXfrm>
    </dsp:sp>
    <dsp:sp modelId="{15DF2FB7-AB04-6A49-B7C3-8713D2B7B625}">
      <dsp:nvSpPr>
        <dsp:cNvPr id="0" name=""/>
        <dsp:cNvSpPr/>
      </dsp:nvSpPr>
      <dsp:spPr>
        <a:xfrm>
          <a:off x="0" y="1535744"/>
          <a:ext cx="9905999" cy="51336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14515" tIns="39370" rIns="220472" bIns="3937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IN" sz="2400" b="1" kern="1200" dirty="0"/>
            <a:t>2) Multi lined Comment:</a:t>
          </a:r>
          <a:endParaRPr lang="en-US" sz="2400" kern="1200" dirty="0"/>
        </a:p>
      </dsp:txBody>
      <dsp:txXfrm>
        <a:off x="0" y="1535744"/>
        <a:ext cx="9905999" cy="513360"/>
      </dsp:txXfrm>
    </dsp:sp>
    <dsp:sp modelId="{89C59274-9A07-A142-8713-958119096C06}">
      <dsp:nvSpPr>
        <dsp:cNvPr id="0" name=""/>
        <dsp:cNvSpPr/>
      </dsp:nvSpPr>
      <dsp:spPr>
        <a:xfrm>
          <a:off x="0" y="2049105"/>
          <a:ext cx="9905999" cy="707264"/>
        </a:xfrm>
        <a:prstGeom prst="roundRect">
          <a:avLst/>
        </a:prstGeom>
        <a:gradFill rotWithShape="0">
          <a:gsLst>
            <a:gs pos="0">
              <a:schemeClr val="accent5">
                <a:hueOff val="-2205704"/>
                <a:satOff val="-11847"/>
                <a:lumOff val="4052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2205704"/>
                <a:satOff val="-11847"/>
                <a:lumOff val="4052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1" kern="1200"/>
            <a:t>‘’’print(“hai”)</a:t>
          </a:r>
          <a:endParaRPr lang="en-US" sz="3100" kern="1200"/>
        </a:p>
      </dsp:txBody>
      <dsp:txXfrm>
        <a:off x="34526" y="2083631"/>
        <a:ext cx="9836947" cy="638212"/>
      </dsp:txXfrm>
    </dsp:sp>
    <dsp:sp modelId="{8D05F36D-C7D6-224B-AAE5-9B65E2E8044C}">
      <dsp:nvSpPr>
        <dsp:cNvPr id="0" name=""/>
        <dsp:cNvSpPr/>
      </dsp:nvSpPr>
      <dsp:spPr>
        <a:xfrm>
          <a:off x="0" y="2845650"/>
          <a:ext cx="9905999" cy="707264"/>
        </a:xfrm>
        <a:prstGeom prst="roundRect">
          <a:avLst/>
        </a:prstGeom>
        <a:gradFill rotWithShape="0">
          <a:gsLst>
            <a:gs pos="0">
              <a:schemeClr val="accent5">
                <a:hueOff val="-3308557"/>
                <a:satOff val="-17770"/>
                <a:lumOff val="6078"/>
                <a:alphaOff val="0"/>
                <a:tint val="94000"/>
                <a:satMod val="105000"/>
                <a:lumMod val="102000"/>
              </a:schemeClr>
            </a:gs>
            <a:gs pos="100000">
              <a:schemeClr val="accent5">
                <a:hueOff val="-3308557"/>
                <a:satOff val="-17770"/>
                <a:lumOff val="6078"/>
                <a:alphaOff val="0"/>
                <a:shade val="74000"/>
                <a:satMod val="128000"/>
                <a:lumMod val="100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b="1" kern="1200"/>
            <a:t>Print(“hello”)’’’</a:t>
          </a:r>
          <a:endParaRPr lang="en-US" sz="3100" kern="1200"/>
        </a:p>
      </dsp:txBody>
      <dsp:txXfrm>
        <a:off x="34526" y="2880176"/>
        <a:ext cx="9836947" cy="6382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3600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1551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8757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42750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1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5548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477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7141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834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8266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6861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0050907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5371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5189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53667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7152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1418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E79446-94D9-A542-B5A8-63ACD649348B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79977C-FD03-7A43-AA9F-AC7B49AE1A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73466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Usene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Monty_Python's_Flying_Circu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4" name="Rectangle 83">
            <a:extLst>
              <a:ext uri="{FF2B5EF4-FFF2-40B4-BE49-F238E27FC236}">
                <a16:creationId xmlns:a16="http://schemas.microsoft.com/office/drawing/2014/main" id="{B7D4B16D-600A-41A1-8B1B-3727C56C0C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1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5" name="Group 84">
            <a:extLst>
              <a:ext uri="{FF2B5EF4-FFF2-40B4-BE49-F238E27FC236}">
                <a16:creationId xmlns:a16="http://schemas.microsoft.com/office/drawing/2014/main" id="{DE7C35E0-BD19-4AFC-81BF-7A7507E9C9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2305051" cy="6858001"/>
            <a:chOff x="0" y="0"/>
            <a:chExt cx="2305051" cy="6858001"/>
          </a:xfrm>
          <a:solidFill>
            <a:schemeClr val="tx1">
              <a:alpha val="60000"/>
            </a:schemeClr>
          </a:solidFill>
          <a:effectLst/>
        </p:grpSpPr>
        <p:sp>
          <p:nvSpPr>
            <p:cNvPr id="12" name="Rectangle 5">
              <a:extLst>
                <a:ext uri="{FF2B5EF4-FFF2-40B4-BE49-F238E27FC236}">
                  <a16:creationId xmlns:a16="http://schemas.microsoft.com/office/drawing/2014/main" id="{1E08D20A-3975-4596-85C6-D46799586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6">
              <a:extLst>
                <a:ext uri="{FF2B5EF4-FFF2-40B4-BE49-F238E27FC236}">
                  <a16:creationId xmlns:a16="http://schemas.microsoft.com/office/drawing/2014/main" id="{630A9349-BFE4-4720-A229-98DCD3B69F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7">
              <a:extLst>
                <a:ext uri="{FF2B5EF4-FFF2-40B4-BE49-F238E27FC236}">
                  <a16:creationId xmlns:a16="http://schemas.microsoft.com/office/drawing/2014/main" id="{28487744-BBC9-4D40-85B3-0D45003C33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Rectangle 8">
              <a:extLst>
                <a:ext uri="{FF2B5EF4-FFF2-40B4-BE49-F238E27FC236}">
                  <a16:creationId xmlns:a16="http://schemas.microsoft.com/office/drawing/2014/main" id="{FAD6EF4D-97BD-46B4-9B5B-CD70971DD5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9">
              <a:extLst>
                <a:ext uri="{FF2B5EF4-FFF2-40B4-BE49-F238E27FC236}">
                  <a16:creationId xmlns:a16="http://schemas.microsoft.com/office/drawing/2014/main" id="{210DCC42-11D2-4162-B47A-869B3F669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0" name="Freeform 10">
              <a:extLst>
                <a:ext uri="{FF2B5EF4-FFF2-40B4-BE49-F238E27FC236}">
                  <a16:creationId xmlns:a16="http://schemas.microsoft.com/office/drawing/2014/main" id="{DE4880D6-6ECE-4F1B-B474-FE3940D043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1" name="Freeform 11">
              <a:extLst>
                <a:ext uri="{FF2B5EF4-FFF2-40B4-BE49-F238E27FC236}">
                  <a16:creationId xmlns:a16="http://schemas.microsoft.com/office/drawing/2014/main" id="{A1A39307-F675-49D2-9E45-28DA2AB5C9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2" name="Freeform 12">
              <a:extLst>
                <a:ext uri="{FF2B5EF4-FFF2-40B4-BE49-F238E27FC236}">
                  <a16:creationId xmlns:a16="http://schemas.microsoft.com/office/drawing/2014/main" id="{AC5E23C5-C5D6-4BC3-9531-C0B2D7D29F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3" name="Freeform 13">
              <a:extLst>
                <a:ext uri="{FF2B5EF4-FFF2-40B4-BE49-F238E27FC236}">
                  <a16:creationId xmlns:a16="http://schemas.microsoft.com/office/drawing/2014/main" id="{4D3FC0A7-9672-4B19-8D54-71C3B39F7A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4" name="Freeform 14">
              <a:extLst>
                <a:ext uri="{FF2B5EF4-FFF2-40B4-BE49-F238E27FC236}">
                  <a16:creationId xmlns:a16="http://schemas.microsoft.com/office/drawing/2014/main" id="{9911D04C-3FFB-4D1E-8F59-5C02692E3E9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5" name="Freeform 15">
              <a:extLst>
                <a:ext uri="{FF2B5EF4-FFF2-40B4-BE49-F238E27FC236}">
                  <a16:creationId xmlns:a16="http://schemas.microsoft.com/office/drawing/2014/main" id="{A0178C8F-EF32-4F3D-B022-60A7DE136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6">
              <a:extLst>
                <a:ext uri="{FF2B5EF4-FFF2-40B4-BE49-F238E27FC236}">
                  <a16:creationId xmlns:a16="http://schemas.microsoft.com/office/drawing/2014/main" id="{EEB2DD25-DE0D-48CE-8218-E4EF12273A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7">
              <a:extLst>
                <a:ext uri="{FF2B5EF4-FFF2-40B4-BE49-F238E27FC236}">
                  <a16:creationId xmlns:a16="http://schemas.microsoft.com/office/drawing/2014/main" id="{13C92E55-66CB-48F7-BF28-5D8ED146BB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8">
              <a:extLst>
                <a:ext uri="{FF2B5EF4-FFF2-40B4-BE49-F238E27FC236}">
                  <a16:creationId xmlns:a16="http://schemas.microsoft.com/office/drawing/2014/main" id="{CB0B6C7B-4820-48AB-92AF-896559F009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9">
              <a:extLst>
                <a:ext uri="{FF2B5EF4-FFF2-40B4-BE49-F238E27FC236}">
                  <a16:creationId xmlns:a16="http://schemas.microsoft.com/office/drawing/2014/main" id="{2018EECD-4518-458F-989E-6FCAE5AE04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20">
              <a:extLst>
                <a:ext uri="{FF2B5EF4-FFF2-40B4-BE49-F238E27FC236}">
                  <a16:creationId xmlns:a16="http://schemas.microsoft.com/office/drawing/2014/main" id="{1FB0915F-3C52-468A-87E7-F3EE381DA3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1" name="Freeform 21">
              <a:extLst>
                <a:ext uri="{FF2B5EF4-FFF2-40B4-BE49-F238E27FC236}">
                  <a16:creationId xmlns:a16="http://schemas.microsoft.com/office/drawing/2014/main" id="{7B184771-5A8E-4ED5-9179-24B19F26C3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2" name="Freeform 22">
              <a:extLst>
                <a:ext uri="{FF2B5EF4-FFF2-40B4-BE49-F238E27FC236}">
                  <a16:creationId xmlns:a16="http://schemas.microsoft.com/office/drawing/2014/main" id="{BC5162D1-D64C-4FBA-BE86-11B27A7432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23">
              <a:extLst>
                <a:ext uri="{FF2B5EF4-FFF2-40B4-BE49-F238E27FC236}">
                  <a16:creationId xmlns:a16="http://schemas.microsoft.com/office/drawing/2014/main" id="{9EFF345C-6A58-4123-B2D1-2ED9E36912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24">
              <a:extLst>
                <a:ext uri="{FF2B5EF4-FFF2-40B4-BE49-F238E27FC236}">
                  <a16:creationId xmlns:a16="http://schemas.microsoft.com/office/drawing/2014/main" id="{03CE89F7-AE1C-4370-920E-EE04C4124F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25">
              <a:extLst>
                <a:ext uri="{FF2B5EF4-FFF2-40B4-BE49-F238E27FC236}">
                  <a16:creationId xmlns:a16="http://schemas.microsoft.com/office/drawing/2014/main" id="{D6E298F6-F99D-49EF-B614-24D2179C23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26">
              <a:extLst>
                <a:ext uri="{FF2B5EF4-FFF2-40B4-BE49-F238E27FC236}">
                  <a16:creationId xmlns:a16="http://schemas.microsoft.com/office/drawing/2014/main" id="{2424FD35-451D-468C-9EB2-8DA350C124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27">
              <a:extLst>
                <a:ext uri="{FF2B5EF4-FFF2-40B4-BE49-F238E27FC236}">
                  <a16:creationId xmlns:a16="http://schemas.microsoft.com/office/drawing/2014/main" id="{45BC0C6F-B91F-42CC-9046-522FE8223C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8" name="Freeform 28">
              <a:extLst>
                <a:ext uri="{FF2B5EF4-FFF2-40B4-BE49-F238E27FC236}">
                  <a16:creationId xmlns:a16="http://schemas.microsoft.com/office/drawing/2014/main" id="{F88AFBEE-A8B5-4B18-B834-5269F6C13C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Freeform 29">
              <a:extLst>
                <a:ext uri="{FF2B5EF4-FFF2-40B4-BE49-F238E27FC236}">
                  <a16:creationId xmlns:a16="http://schemas.microsoft.com/office/drawing/2014/main" id="{64B0F493-EC69-4C85-87D4-2876282311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Freeform 30">
              <a:extLst>
                <a:ext uri="{FF2B5EF4-FFF2-40B4-BE49-F238E27FC236}">
                  <a16:creationId xmlns:a16="http://schemas.microsoft.com/office/drawing/2014/main" id="{09920E7F-979C-40F6-8FB1-791325A4A4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Freeform 31">
              <a:extLst>
                <a:ext uri="{FF2B5EF4-FFF2-40B4-BE49-F238E27FC236}">
                  <a16:creationId xmlns:a16="http://schemas.microsoft.com/office/drawing/2014/main" id="{1387BCC3-D7BF-443E-B18C-87B696E644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Freeform 32">
              <a:extLst>
                <a:ext uri="{FF2B5EF4-FFF2-40B4-BE49-F238E27FC236}">
                  <a16:creationId xmlns:a16="http://schemas.microsoft.com/office/drawing/2014/main" id="{F1C0670D-9FA2-48D7-AFDB-4438ECC3EE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Rectangle 33">
              <a:extLst>
                <a:ext uri="{FF2B5EF4-FFF2-40B4-BE49-F238E27FC236}">
                  <a16:creationId xmlns:a16="http://schemas.microsoft.com/office/drawing/2014/main" id="{34088C0C-CAD1-4E66-A162-1D7020365B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4" name="Freeform 34">
              <a:extLst>
                <a:ext uri="{FF2B5EF4-FFF2-40B4-BE49-F238E27FC236}">
                  <a16:creationId xmlns:a16="http://schemas.microsoft.com/office/drawing/2014/main" id="{B8C224A6-72B4-4763-B708-65A321D0D61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" name="Freeform 35">
              <a:extLst>
                <a:ext uri="{FF2B5EF4-FFF2-40B4-BE49-F238E27FC236}">
                  <a16:creationId xmlns:a16="http://schemas.microsoft.com/office/drawing/2014/main" id="{2EE3A964-523C-470B-8B10-09053452C55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6" name="Freeform 36">
              <a:extLst>
                <a:ext uri="{FF2B5EF4-FFF2-40B4-BE49-F238E27FC236}">
                  <a16:creationId xmlns:a16="http://schemas.microsoft.com/office/drawing/2014/main" id="{1B87487E-C0EA-4E2A-8FC0-3D4C4F0177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7" name="Freeform 37">
              <a:extLst>
                <a:ext uri="{FF2B5EF4-FFF2-40B4-BE49-F238E27FC236}">
                  <a16:creationId xmlns:a16="http://schemas.microsoft.com/office/drawing/2014/main" id="{D8B57E7E-D885-4A0B-BBA0-E3BC3A68CD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8" name="Freeform 38">
              <a:extLst>
                <a:ext uri="{FF2B5EF4-FFF2-40B4-BE49-F238E27FC236}">
                  <a16:creationId xmlns:a16="http://schemas.microsoft.com/office/drawing/2014/main" id="{6FB84573-B84B-4571-A6E5-91CD308E7D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9" name="Freeform 39">
              <a:extLst>
                <a:ext uri="{FF2B5EF4-FFF2-40B4-BE49-F238E27FC236}">
                  <a16:creationId xmlns:a16="http://schemas.microsoft.com/office/drawing/2014/main" id="{7EE5EE00-E139-4AB9-ACFC-5E39CFA95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0" name="Freeform 40">
              <a:extLst>
                <a:ext uri="{FF2B5EF4-FFF2-40B4-BE49-F238E27FC236}">
                  <a16:creationId xmlns:a16="http://schemas.microsoft.com/office/drawing/2014/main" id="{5A38A6AA-6753-4EFE-94BB-96DF739758C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1" name="Freeform 41">
              <a:extLst>
                <a:ext uri="{FF2B5EF4-FFF2-40B4-BE49-F238E27FC236}">
                  <a16:creationId xmlns:a16="http://schemas.microsoft.com/office/drawing/2014/main" id="{506AB599-570B-4547-97F4-F2C672301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2" name="Freeform 42">
              <a:extLst>
                <a:ext uri="{FF2B5EF4-FFF2-40B4-BE49-F238E27FC236}">
                  <a16:creationId xmlns:a16="http://schemas.microsoft.com/office/drawing/2014/main" id="{9AFDEA1E-DBAB-4507-8D36-786F19A85B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3" name="Freeform 43">
              <a:extLst>
                <a:ext uri="{FF2B5EF4-FFF2-40B4-BE49-F238E27FC236}">
                  <a16:creationId xmlns:a16="http://schemas.microsoft.com/office/drawing/2014/main" id="{C824D6F7-0BDF-4C8C-869D-BDDEB07641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4" name="Freeform 44">
              <a:extLst>
                <a:ext uri="{FF2B5EF4-FFF2-40B4-BE49-F238E27FC236}">
                  <a16:creationId xmlns:a16="http://schemas.microsoft.com/office/drawing/2014/main" id="{6953C491-AE0F-4D2B-9474-18D5E8B5DC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5" name="Rectangle 45">
              <a:extLst>
                <a:ext uri="{FF2B5EF4-FFF2-40B4-BE49-F238E27FC236}">
                  <a16:creationId xmlns:a16="http://schemas.microsoft.com/office/drawing/2014/main" id="{5B956350-9BDD-4090-B2B6-12C13D1CE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6" name="Freeform 46">
              <a:extLst>
                <a:ext uri="{FF2B5EF4-FFF2-40B4-BE49-F238E27FC236}">
                  <a16:creationId xmlns:a16="http://schemas.microsoft.com/office/drawing/2014/main" id="{ECE31E80-E354-44C3-81E0-4E3E41DDF6F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7" name="Freeform 47">
              <a:extLst>
                <a:ext uri="{FF2B5EF4-FFF2-40B4-BE49-F238E27FC236}">
                  <a16:creationId xmlns:a16="http://schemas.microsoft.com/office/drawing/2014/main" id="{9DFA35DB-5360-405A-A7EB-064E51FBC0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8" name="Freeform 48">
              <a:extLst>
                <a:ext uri="{FF2B5EF4-FFF2-40B4-BE49-F238E27FC236}">
                  <a16:creationId xmlns:a16="http://schemas.microsoft.com/office/drawing/2014/main" id="{2DA499BD-4313-4AD1-BE87-4BEF50FECB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9" name="Freeform 49">
              <a:extLst>
                <a:ext uri="{FF2B5EF4-FFF2-40B4-BE49-F238E27FC236}">
                  <a16:creationId xmlns:a16="http://schemas.microsoft.com/office/drawing/2014/main" id="{680E4C6D-12D1-417A-A709-EC416D98FA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0" name="Freeform 50">
              <a:extLst>
                <a:ext uri="{FF2B5EF4-FFF2-40B4-BE49-F238E27FC236}">
                  <a16:creationId xmlns:a16="http://schemas.microsoft.com/office/drawing/2014/main" id="{C93537B4-09B6-4CC6-92DE-3D3BDAC7A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1" name="Freeform 51">
              <a:extLst>
                <a:ext uri="{FF2B5EF4-FFF2-40B4-BE49-F238E27FC236}">
                  <a16:creationId xmlns:a16="http://schemas.microsoft.com/office/drawing/2014/main" id="{5D100FC5-9EA8-4DA7-AFA4-BC60831FD8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2" name="Freeform 52">
              <a:extLst>
                <a:ext uri="{FF2B5EF4-FFF2-40B4-BE49-F238E27FC236}">
                  <a16:creationId xmlns:a16="http://schemas.microsoft.com/office/drawing/2014/main" id="{3F10D757-6A3B-4314-9755-419B3738E4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3" name="Freeform 53">
              <a:extLst>
                <a:ext uri="{FF2B5EF4-FFF2-40B4-BE49-F238E27FC236}">
                  <a16:creationId xmlns:a16="http://schemas.microsoft.com/office/drawing/2014/main" id="{28A4D881-D08B-4AAF-866D-7C31601126D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4" name="Freeform 54">
              <a:extLst>
                <a:ext uri="{FF2B5EF4-FFF2-40B4-BE49-F238E27FC236}">
                  <a16:creationId xmlns:a16="http://schemas.microsoft.com/office/drawing/2014/main" id="{A666F3F8-571E-483F-9B9F-31EDB91A9C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5" name="Freeform 55">
              <a:extLst>
                <a:ext uri="{FF2B5EF4-FFF2-40B4-BE49-F238E27FC236}">
                  <a16:creationId xmlns:a16="http://schemas.microsoft.com/office/drawing/2014/main" id="{18305C0F-0A00-450D-92A1-313C724398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6" name="Freeform 56">
              <a:extLst>
                <a:ext uri="{FF2B5EF4-FFF2-40B4-BE49-F238E27FC236}">
                  <a16:creationId xmlns:a16="http://schemas.microsoft.com/office/drawing/2014/main" id="{9A5635D8-CCB7-4D16-BB87-B1BC1AC97D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7" name="Freeform 57">
              <a:extLst>
                <a:ext uri="{FF2B5EF4-FFF2-40B4-BE49-F238E27FC236}">
                  <a16:creationId xmlns:a16="http://schemas.microsoft.com/office/drawing/2014/main" id="{7C10A784-B5EE-4486-96E7-3CC72B93AE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8" name="Freeform 58">
              <a:extLst>
                <a:ext uri="{FF2B5EF4-FFF2-40B4-BE49-F238E27FC236}">
                  <a16:creationId xmlns:a16="http://schemas.microsoft.com/office/drawing/2014/main" id="{AE5FA7CA-916C-4A34-A727-E0289D891AB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39" name="Picture 2">
            <a:extLst>
              <a:ext uri="{FF2B5EF4-FFF2-40B4-BE49-F238E27FC236}">
                <a16:creationId xmlns:a16="http://schemas.microsoft.com/office/drawing/2014/main" id="{51039561-92F9-40EE-900B-6AA0F58042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" y="9525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43113" y="1122363"/>
            <a:ext cx="4527929" cy="4287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5100"/>
              <a:t>INTRODUCTION TO PYTHON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851631" y="1122363"/>
            <a:ext cx="2816368" cy="42878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120000"/>
              </a:lnSpc>
              <a:spcBef>
                <a:spcPts val="1000"/>
              </a:spcBef>
              <a:spcAft>
                <a:spcPts val="600"/>
              </a:spcAft>
              <a:buClr>
                <a:schemeClr val="accent1"/>
              </a:buClr>
              <a:buSzPct val="125000"/>
            </a:pPr>
            <a:r>
              <a:rPr lang="en-US" sz="2400" cap="all">
                <a:solidFill>
                  <a:schemeClr val="tx2"/>
                </a:solidFill>
              </a:rPr>
              <a:t>By  : DILIP KUMAR</a:t>
            </a:r>
          </a:p>
        </p:txBody>
      </p:sp>
      <p:cxnSp>
        <p:nvCxnSpPr>
          <p:cNvPr id="140" name="Straight Connector 139">
            <a:extLst>
              <a:ext uri="{FF2B5EF4-FFF2-40B4-BE49-F238E27FC236}">
                <a16:creationId xmlns:a16="http://schemas.microsoft.com/office/drawing/2014/main" id="{D902DA06-324A-48CE-8C20-94535480A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211336" y="1454684"/>
            <a:ext cx="0" cy="3649129"/>
          </a:xfrm>
          <a:prstGeom prst="line">
            <a:avLst/>
          </a:prstGeom>
          <a:ln w="25400">
            <a:solidFill>
              <a:schemeClr val="tx1"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6BFC9644-673A-459F-B3C5-9310A4E50E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solidFill>
            <a:schemeClr val="bg2">
              <a:lumMod val="60000"/>
              <a:lumOff val="40000"/>
              <a:alpha val="60000"/>
            </a:schemeClr>
          </a:soli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19015" y="1093787"/>
            <a:ext cx="3059969" cy="4697413"/>
          </a:xfrm>
        </p:spPr>
        <p:txBody>
          <a:bodyPr>
            <a:normAutofit/>
          </a:bodyPr>
          <a:lstStyle/>
          <a:p>
            <a:r>
              <a:rPr lang="en-IN" sz="3300"/>
              <a:t>INTRODUCTION :</a:t>
            </a:r>
            <a:br>
              <a:rPr lang="en-IN" sz="3300"/>
            </a:br>
            <a:endParaRPr lang="en-IN" sz="3300"/>
          </a:p>
        </p:txBody>
      </p:sp>
      <p:sp useBgFill="1">
        <p:nvSpPr>
          <p:cNvPr id="39" name="Round Diagonal Corner Rectangle 7">
            <a:extLst>
              <a:ext uri="{FF2B5EF4-FFF2-40B4-BE49-F238E27FC236}">
                <a16:creationId xmlns:a16="http://schemas.microsoft.com/office/drawing/2014/main" id="{7D1C411D-0818-4640-8657-2AF78250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25084" y="0"/>
            <a:ext cx="7566916" cy="6848476"/>
          </a:xfrm>
          <a:prstGeom prst="round2DiagRect">
            <a:avLst>
              <a:gd name="adj1" fmla="val 0"/>
              <a:gd name="adj2" fmla="val 0"/>
            </a:avLst>
          </a:prstGeom>
          <a:ln w="19050" cap="sq">
            <a:noFill/>
            <a:miter lim="800000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5467" y="1093788"/>
            <a:ext cx="5831944" cy="4697413"/>
          </a:xfrm>
        </p:spPr>
        <p:txBody>
          <a:bodyPr>
            <a:normAutofit/>
          </a:bodyPr>
          <a:lstStyle/>
          <a:p>
            <a:r>
              <a:rPr lang="en-IN" b="1"/>
              <a:t>Python</a:t>
            </a:r>
            <a:r>
              <a:rPr lang="en-IN"/>
              <a:t> is a high-level, interpreted scripting language developed in the late 1980s by Guido van Rossum at the </a:t>
            </a:r>
            <a:r>
              <a:rPr lang="en-IN" b="1"/>
              <a:t>National Research Institute for Mathematics and Computer Science </a:t>
            </a:r>
            <a:r>
              <a:rPr lang="en-IN"/>
              <a:t>in the Netherlands. The initial version was published at the alt.sources </a:t>
            </a:r>
            <a:r>
              <a:rPr lang="en-IN">
                <a:hlinkClick r:id="rId2"/>
              </a:rPr>
              <a:t>newsgroup</a:t>
            </a:r>
            <a:r>
              <a:rPr lang="en-IN"/>
              <a:t> in 1991, and version 1.0 was released in 1994.</a:t>
            </a:r>
          </a:p>
          <a:p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B61375F2-60B1-44ED-B60A-019C4BD5A6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ADB9295-9645-4BF2-ADFD-75800B7FAD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4288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80000"/>
                </a:schemeClr>
              </a:gs>
            </a:gsLst>
            <a:lin ang="5400000" scaled="0"/>
            <a:tileRect/>
          </a:gradFill>
        </p:grpSpPr>
        <p:sp>
          <p:nvSpPr>
            <p:cNvPr id="11" name="Rectangle 5">
              <a:extLst>
                <a:ext uri="{FF2B5EF4-FFF2-40B4-BE49-F238E27FC236}">
                  <a16:creationId xmlns:a16="http://schemas.microsoft.com/office/drawing/2014/main" id="{95B061E9-E435-4E1B-B160-96584A1166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Freeform 6">
              <a:extLst>
                <a:ext uri="{FF2B5EF4-FFF2-40B4-BE49-F238E27FC236}">
                  <a16:creationId xmlns:a16="http://schemas.microsoft.com/office/drawing/2014/main" id="{3CD7972E-7D38-40EE-A80B-E2A848811E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524A3B55-746F-419F-8CFF-5F3A4BE143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9C63219B-AD72-4494-935E-F5C70DB549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15B41FD2-05E2-44E7-8760-09E65D1C60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FE6D63D0-3347-4EE2-8F65-F1C32168FA2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538A46A3-DB16-45D5-B636-03EFE39FE9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0B8A2B0E-823F-4BE8-9359-45143BB1248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Freeform 13">
              <a:extLst>
                <a:ext uri="{FF2B5EF4-FFF2-40B4-BE49-F238E27FC236}">
                  <a16:creationId xmlns:a16="http://schemas.microsoft.com/office/drawing/2014/main" id="{44516B3C-A8BE-46FC-B643-3DFEB7F283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Freeform 14">
              <a:extLst>
                <a:ext uri="{FF2B5EF4-FFF2-40B4-BE49-F238E27FC236}">
                  <a16:creationId xmlns:a16="http://schemas.microsoft.com/office/drawing/2014/main" id="{59FD699C-3920-4E57-BE27-165A3F036C2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Freeform 15">
              <a:extLst>
                <a:ext uri="{FF2B5EF4-FFF2-40B4-BE49-F238E27FC236}">
                  <a16:creationId xmlns:a16="http://schemas.microsoft.com/office/drawing/2014/main" id="{0FB0C02E-3F53-4889-8ADF-80DBC43F69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Line 16">
              <a:extLst>
                <a:ext uri="{FF2B5EF4-FFF2-40B4-BE49-F238E27FC236}">
                  <a16:creationId xmlns:a16="http://schemas.microsoft.com/office/drawing/2014/main" id="{F8A0C89C-946F-4BCD-8A27-BB73E37FE5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Freeform 17">
              <a:extLst>
                <a:ext uri="{FF2B5EF4-FFF2-40B4-BE49-F238E27FC236}">
                  <a16:creationId xmlns:a16="http://schemas.microsoft.com/office/drawing/2014/main" id="{70C83EAF-4E92-4849-A240-B257871DC0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Freeform 18">
              <a:extLst>
                <a:ext uri="{FF2B5EF4-FFF2-40B4-BE49-F238E27FC236}">
                  <a16:creationId xmlns:a16="http://schemas.microsoft.com/office/drawing/2014/main" id="{320FD164-4D7A-469C-B3F4-B926BFACF5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Freeform 19">
              <a:extLst>
                <a:ext uri="{FF2B5EF4-FFF2-40B4-BE49-F238E27FC236}">
                  <a16:creationId xmlns:a16="http://schemas.microsoft.com/office/drawing/2014/main" id="{F6E14D9A-4E63-48FF-95C5-9E8DDFF86C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0">
              <a:extLst>
                <a:ext uri="{FF2B5EF4-FFF2-40B4-BE49-F238E27FC236}">
                  <a16:creationId xmlns:a16="http://schemas.microsoft.com/office/drawing/2014/main" id="{F3DCD24F-3CA8-4404-B22C-E4C928995F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Rectangle 21">
              <a:extLst>
                <a:ext uri="{FF2B5EF4-FFF2-40B4-BE49-F238E27FC236}">
                  <a16:creationId xmlns:a16="http://schemas.microsoft.com/office/drawing/2014/main" id="{8AD2E827-32A3-4BE4-9CC6-831562917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" name="Freeform 22">
              <a:extLst>
                <a:ext uri="{FF2B5EF4-FFF2-40B4-BE49-F238E27FC236}">
                  <a16:creationId xmlns:a16="http://schemas.microsoft.com/office/drawing/2014/main" id="{47FB2CCC-1230-494F-B2D1-F05E5B8EDF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Freeform 23">
              <a:extLst>
                <a:ext uri="{FF2B5EF4-FFF2-40B4-BE49-F238E27FC236}">
                  <a16:creationId xmlns:a16="http://schemas.microsoft.com/office/drawing/2014/main" id="{A5F44514-9274-47E3-9243-CA9356C166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Freeform 24">
              <a:extLst>
                <a:ext uri="{FF2B5EF4-FFF2-40B4-BE49-F238E27FC236}">
                  <a16:creationId xmlns:a16="http://schemas.microsoft.com/office/drawing/2014/main" id="{D06192CD-AD86-4DCA-8B53-4ACCA46583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Freeform 25">
              <a:extLst>
                <a:ext uri="{FF2B5EF4-FFF2-40B4-BE49-F238E27FC236}">
                  <a16:creationId xmlns:a16="http://schemas.microsoft.com/office/drawing/2014/main" id="{99E9203A-21E4-46D8-981A-4B28CA320A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2" name="Freeform 26">
              <a:extLst>
                <a:ext uri="{FF2B5EF4-FFF2-40B4-BE49-F238E27FC236}">
                  <a16:creationId xmlns:a16="http://schemas.microsoft.com/office/drawing/2014/main" id="{32FCE9B6-FB52-4045-8DCC-E5959B9A40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Freeform 27">
              <a:extLst>
                <a:ext uri="{FF2B5EF4-FFF2-40B4-BE49-F238E27FC236}">
                  <a16:creationId xmlns:a16="http://schemas.microsoft.com/office/drawing/2014/main" id="{E4A7025C-CDE8-429A-BBB9-E7380C9623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28">
              <a:extLst>
                <a:ext uri="{FF2B5EF4-FFF2-40B4-BE49-F238E27FC236}">
                  <a16:creationId xmlns:a16="http://schemas.microsoft.com/office/drawing/2014/main" id="{A4EA0256-5DF5-437A-98A7-B79F3E6BB8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Freeform 29">
              <a:extLst>
                <a:ext uri="{FF2B5EF4-FFF2-40B4-BE49-F238E27FC236}">
                  <a16:creationId xmlns:a16="http://schemas.microsoft.com/office/drawing/2014/main" id="{90C9433D-9E1C-493B-BEBD-C3081FFA32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30">
              <a:extLst>
                <a:ext uri="{FF2B5EF4-FFF2-40B4-BE49-F238E27FC236}">
                  <a16:creationId xmlns:a16="http://schemas.microsoft.com/office/drawing/2014/main" id="{352B39BB-F298-4285-A709-1FBA0CB72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Freeform 31">
              <a:extLst>
                <a:ext uri="{FF2B5EF4-FFF2-40B4-BE49-F238E27FC236}">
                  <a16:creationId xmlns:a16="http://schemas.microsoft.com/office/drawing/2014/main" id="{31CAF2A0-CBA0-4E86-AA87-8750EC1AFB2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3541714"/>
          </a:xfrm>
        </p:spPr>
        <p:txBody>
          <a:bodyPr>
            <a:normAutofit/>
          </a:bodyPr>
          <a:lstStyle/>
          <a:p>
            <a:r>
              <a:rPr lang="en-IN"/>
              <a:t>The name Python, by the way, derives not from the snake, but from the British comedy troupe </a:t>
            </a:r>
            <a:r>
              <a:rPr lang="en-IN">
                <a:hlinkClick r:id="rId2"/>
              </a:rPr>
              <a:t>Monty Python’s Flying Circus</a:t>
            </a:r>
            <a:r>
              <a:rPr lang="en-IN"/>
              <a:t>, of which Guido was, and presumably still is, a fan. It is common to find references to Monty Python sketches and movies scattered throughout the Python documentation.</a:t>
            </a:r>
          </a:p>
          <a:p>
            <a:endParaRPr lang="en-IN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B485B3F6-654D-4842-A2DE-677D12FED46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364912" y="0"/>
            <a:ext cx="674688" cy="6848476"/>
            <a:chOff x="11364912" y="0"/>
            <a:chExt cx="674688" cy="6848476"/>
          </a:xfrm>
          <a:gradFill flip="none" rotWithShape="1">
            <a:gsLst>
              <a:gs pos="0">
                <a:schemeClr val="tx2">
                  <a:alpha val="60000"/>
                </a:schemeClr>
              </a:gs>
              <a:gs pos="100000">
                <a:schemeClr val="bg2">
                  <a:lumMod val="60000"/>
                  <a:lumOff val="40000"/>
                  <a:alpha val="60000"/>
                </a:schemeClr>
              </a:gs>
            </a:gsLst>
            <a:lin ang="5400000" scaled="0"/>
            <a:tileRect/>
          </a:gradFill>
        </p:grpSpPr>
        <p:sp>
          <p:nvSpPr>
            <p:cNvPr id="40" name="Freeform 32">
              <a:extLst>
                <a:ext uri="{FF2B5EF4-FFF2-40B4-BE49-F238E27FC236}">
                  <a16:creationId xmlns:a16="http://schemas.microsoft.com/office/drawing/2014/main" id="{BF4365F4-C63C-4FC2-907B-1F7D414B95E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83975" y="0"/>
              <a:ext cx="417513" cy="512763"/>
            </a:xfrm>
            <a:custGeom>
              <a:avLst/>
              <a:gdLst/>
              <a:ahLst/>
              <a:cxnLst/>
              <a:rect l="0" t="0" r="r" b="b"/>
              <a:pathLst>
                <a:path w="263" h="323">
                  <a:moveTo>
                    <a:pt x="12" y="323"/>
                  </a:moveTo>
                  <a:lnTo>
                    <a:pt x="0" y="314"/>
                  </a:lnTo>
                  <a:lnTo>
                    <a:pt x="203" y="108"/>
                  </a:lnTo>
                  <a:lnTo>
                    <a:pt x="248" y="0"/>
                  </a:lnTo>
                  <a:lnTo>
                    <a:pt x="263" y="6"/>
                  </a:lnTo>
                  <a:lnTo>
                    <a:pt x="218" y="117"/>
                  </a:lnTo>
                  <a:lnTo>
                    <a:pt x="218" y="117"/>
                  </a:lnTo>
                  <a:lnTo>
                    <a:pt x="12" y="32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 33">
              <a:extLst>
                <a:ext uri="{FF2B5EF4-FFF2-40B4-BE49-F238E27FC236}">
                  <a16:creationId xmlns:a16="http://schemas.microsoft.com/office/drawing/2014/main" id="{B0538225-01AB-41C4-9A02-FE1BD81D62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364912" y="474663"/>
              <a:ext cx="157163" cy="152400"/>
            </a:xfrm>
            <a:custGeom>
              <a:avLst/>
              <a:gdLst/>
              <a:ahLst/>
              <a:cxnLst/>
              <a:rect l="0" t="0" r="r" b="b"/>
              <a:pathLst>
                <a:path w="33" h="32">
                  <a:moveTo>
                    <a:pt x="17" y="32"/>
                  </a:moveTo>
                  <a:cubicBezTo>
                    <a:pt x="13" y="32"/>
                    <a:pt x="9" y="30"/>
                    <a:pt x="6" y="27"/>
                  </a:cubicBezTo>
                  <a:cubicBezTo>
                    <a:pt x="0" y="21"/>
                    <a:pt x="0" y="11"/>
                    <a:pt x="6" y="5"/>
                  </a:cubicBezTo>
                  <a:cubicBezTo>
                    <a:pt x="9" y="2"/>
                    <a:pt x="13" y="0"/>
                    <a:pt x="17" y="0"/>
                  </a:cubicBezTo>
                  <a:cubicBezTo>
                    <a:pt x="21" y="0"/>
                    <a:pt x="25" y="2"/>
                    <a:pt x="28" y="5"/>
                  </a:cubicBezTo>
                  <a:cubicBezTo>
                    <a:pt x="31" y="8"/>
                    <a:pt x="33" y="12"/>
                    <a:pt x="33" y="16"/>
                  </a:cubicBezTo>
                  <a:cubicBezTo>
                    <a:pt x="33" y="20"/>
                    <a:pt x="31" y="24"/>
                    <a:pt x="28" y="27"/>
                  </a:cubicBezTo>
                  <a:cubicBezTo>
                    <a:pt x="25" y="30"/>
                    <a:pt x="21" y="32"/>
                    <a:pt x="17" y="32"/>
                  </a:cubicBezTo>
                  <a:close/>
                  <a:moveTo>
                    <a:pt x="17" y="4"/>
                  </a:moveTo>
                  <a:cubicBezTo>
                    <a:pt x="14" y="4"/>
                    <a:pt x="11" y="6"/>
                    <a:pt x="9" y="8"/>
                  </a:cubicBezTo>
                  <a:cubicBezTo>
                    <a:pt x="4" y="12"/>
                    <a:pt x="4" y="20"/>
                    <a:pt x="9" y="24"/>
                  </a:cubicBezTo>
                  <a:cubicBezTo>
                    <a:pt x="11" y="27"/>
                    <a:pt x="14" y="28"/>
                    <a:pt x="17" y="28"/>
                  </a:cubicBezTo>
                  <a:cubicBezTo>
                    <a:pt x="20" y="28"/>
                    <a:pt x="23" y="27"/>
                    <a:pt x="26" y="24"/>
                  </a:cubicBezTo>
                  <a:cubicBezTo>
                    <a:pt x="30" y="20"/>
                    <a:pt x="30" y="12"/>
                    <a:pt x="26" y="8"/>
                  </a:cubicBezTo>
                  <a:cubicBezTo>
                    <a:pt x="23" y="6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2" name="Freeform 34">
              <a:extLst>
                <a:ext uri="{FF2B5EF4-FFF2-40B4-BE49-F238E27FC236}">
                  <a16:creationId xmlns:a16="http://schemas.microsoft.com/office/drawing/2014/main" id="{66942F07-D7CC-49EB-BF73-8B94D5F4FC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1612" y="1539875"/>
              <a:ext cx="188913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 35">
              <a:extLst>
                <a:ext uri="{FF2B5EF4-FFF2-40B4-BE49-F238E27FC236}">
                  <a16:creationId xmlns:a16="http://schemas.microsoft.com/office/drawing/2014/main" id="{4D3CACE0-3AC7-4A9F-9A3F-1694ACCD479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531600" y="5694363"/>
              <a:ext cx="298450" cy="1154113"/>
            </a:xfrm>
            <a:custGeom>
              <a:avLst/>
              <a:gdLst/>
              <a:ahLst/>
              <a:cxnLst/>
              <a:rect l="0" t="0" r="r" b="b"/>
              <a:pathLst>
                <a:path w="188" h="727">
                  <a:moveTo>
                    <a:pt x="15" y="727"/>
                  </a:moveTo>
                  <a:lnTo>
                    <a:pt x="0" y="727"/>
                  </a:lnTo>
                  <a:lnTo>
                    <a:pt x="0" y="407"/>
                  </a:lnTo>
                  <a:lnTo>
                    <a:pt x="0" y="407"/>
                  </a:lnTo>
                  <a:lnTo>
                    <a:pt x="176" y="0"/>
                  </a:lnTo>
                  <a:lnTo>
                    <a:pt x="188" y="6"/>
                  </a:lnTo>
                  <a:lnTo>
                    <a:pt x="15" y="410"/>
                  </a:lnTo>
                  <a:lnTo>
                    <a:pt x="15" y="727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Freeform 36">
              <a:extLst>
                <a:ext uri="{FF2B5EF4-FFF2-40B4-BE49-F238E27FC236}">
                  <a16:creationId xmlns:a16="http://schemas.microsoft.com/office/drawing/2014/main" id="{19063B47-FBFB-4EA1-A3FB-BECE005F48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72900" y="5551488"/>
              <a:ext cx="157163" cy="155575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5"/>
                    <a:pt x="0" y="16"/>
                  </a:cubicBezTo>
                  <a:cubicBezTo>
                    <a:pt x="0" y="7"/>
                    <a:pt x="8" y="0"/>
                    <a:pt x="17" y="0"/>
                  </a:cubicBezTo>
                  <a:cubicBezTo>
                    <a:pt x="26" y="0"/>
                    <a:pt x="33" y="7"/>
                    <a:pt x="33" y="16"/>
                  </a:cubicBezTo>
                  <a:cubicBezTo>
                    <a:pt x="33" y="25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9"/>
                    <a:pt x="4" y="16"/>
                  </a:cubicBezTo>
                  <a:cubicBezTo>
                    <a:pt x="4" y="23"/>
                    <a:pt x="10" y="29"/>
                    <a:pt x="17" y="29"/>
                  </a:cubicBezTo>
                  <a:cubicBezTo>
                    <a:pt x="23" y="29"/>
                    <a:pt x="29" y="23"/>
                    <a:pt x="29" y="16"/>
                  </a:cubicBezTo>
                  <a:cubicBezTo>
                    <a:pt x="29" y="9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5" name="Freeform 37">
              <a:extLst>
                <a:ext uri="{FF2B5EF4-FFF2-40B4-BE49-F238E27FC236}">
                  <a16:creationId xmlns:a16="http://schemas.microsoft.com/office/drawing/2014/main" id="{B856863B-C809-4C31-94D0-659A918513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710987" y="4763"/>
              <a:ext cx="304800" cy="1544638"/>
            </a:xfrm>
            <a:custGeom>
              <a:avLst/>
              <a:gdLst/>
              <a:ahLst/>
              <a:cxnLst/>
              <a:rect l="0" t="0" r="r" b="b"/>
              <a:pathLst>
                <a:path w="192" h="973">
                  <a:moveTo>
                    <a:pt x="15" y="973"/>
                  </a:moveTo>
                  <a:lnTo>
                    <a:pt x="0" y="973"/>
                  </a:lnTo>
                  <a:lnTo>
                    <a:pt x="0" y="790"/>
                  </a:lnTo>
                  <a:lnTo>
                    <a:pt x="174" y="614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192" y="620"/>
                  </a:lnTo>
                  <a:lnTo>
                    <a:pt x="15" y="796"/>
                  </a:lnTo>
                  <a:lnTo>
                    <a:pt x="15" y="97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Freeform 38">
              <a:extLst>
                <a:ext uri="{FF2B5EF4-FFF2-40B4-BE49-F238E27FC236}">
                  <a16:creationId xmlns:a16="http://schemas.microsoft.com/office/drawing/2014/main" id="{298CB3D7-7373-4AC6-9E2C-4AFDDE2802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636375" y="4867275"/>
              <a:ext cx="188913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7" name="Freeform 39">
              <a:extLst>
                <a:ext uri="{FF2B5EF4-FFF2-40B4-BE49-F238E27FC236}">
                  <a16:creationId xmlns:a16="http://schemas.microsoft.com/office/drawing/2014/main" id="{7DE09F1B-2326-4ED3-B63B-A30815DDEC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41112" y="5046663"/>
              <a:ext cx="307975" cy="1801813"/>
            </a:xfrm>
            <a:custGeom>
              <a:avLst/>
              <a:gdLst/>
              <a:ahLst/>
              <a:cxnLst/>
              <a:rect l="0" t="0" r="r" b="b"/>
              <a:pathLst>
                <a:path w="194" h="1135">
                  <a:moveTo>
                    <a:pt x="18" y="1135"/>
                  </a:moveTo>
                  <a:lnTo>
                    <a:pt x="0" y="1135"/>
                  </a:lnTo>
                  <a:lnTo>
                    <a:pt x="0" y="354"/>
                  </a:lnTo>
                  <a:lnTo>
                    <a:pt x="176" y="177"/>
                  </a:lnTo>
                  <a:lnTo>
                    <a:pt x="176" y="0"/>
                  </a:lnTo>
                  <a:lnTo>
                    <a:pt x="194" y="0"/>
                  </a:lnTo>
                  <a:lnTo>
                    <a:pt x="194" y="183"/>
                  </a:lnTo>
                  <a:lnTo>
                    <a:pt x="18" y="360"/>
                  </a:lnTo>
                  <a:lnTo>
                    <a:pt x="18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40">
              <a:extLst>
                <a:ext uri="{FF2B5EF4-FFF2-40B4-BE49-F238E27FC236}">
                  <a16:creationId xmlns:a16="http://schemas.microsoft.com/office/drawing/2014/main" id="{2498F244-3CE6-4D90-B5CF-5189DB17D0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849100" y="64166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Rectangle 41">
              <a:extLst>
                <a:ext uri="{FF2B5EF4-FFF2-40B4-BE49-F238E27FC236}">
                  <a16:creationId xmlns:a16="http://schemas.microsoft.com/office/drawing/2014/main" id="{9A30DD13-FA10-4B9F-8B4D-97B7287B82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939587" y="6596063"/>
              <a:ext cx="23813" cy="2524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IN"/>
              <a:t>Python History</a:t>
            </a:r>
            <a:br>
              <a:rPr lang="en-IN"/>
            </a:br>
            <a:endParaRPr lang="en-IN"/>
          </a:p>
        </p:txBody>
      </p:sp>
      <p:graphicFrame>
        <p:nvGraphicFramePr>
          <p:cNvPr id="10" name="Content Placeholder 2">
            <a:extLst>
              <a:ext uri="{FF2B5EF4-FFF2-40B4-BE49-F238E27FC236}">
                <a16:creationId xmlns:a16="http://schemas.microsoft.com/office/drawing/2014/main" id="{4FA031A3-5FA4-A87C-78CA-E6021288B6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29840625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6270675-9512-4978-8583-36659256EE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E0C73C-168C-3A7E-F2A1-5BD037347B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976236"/>
              </p:ext>
            </p:extLst>
          </p:nvPr>
        </p:nvGraphicFramePr>
        <p:xfrm>
          <a:off x="1141413" y="2249488"/>
          <a:ext cx="9906000" cy="35417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IN"/>
              <a:t>Why Choose Python?</a:t>
            </a:r>
            <a:br>
              <a:rPr lang="en-IN"/>
            </a:br>
            <a:endParaRPr lang="en-IN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2B720E-ABDA-4F96-E5D2-90F8F6566F8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8025813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IN"/>
              <a:t>Who uses python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BCCE99D-1A29-1B42-5829-F42E9A65622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80442630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IN" b="0"/>
              <a:t>Python Features</a:t>
            </a:r>
            <a:br>
              <a:rPr lang="en-IN" b="0"/>
            </a:br>
            <a:endParaRPr lang="en-IN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A0ED9D79-8347-887D-814A-A3FBEC1AA83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23121286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IN"/>
              <a:t>Python Application Areas</a:t>
            </a: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24DCDB76-4F39-63AB-2C29-7AE0353EB6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58955477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F2B1F3-CE68-A86F-0042-CE1841A15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 descr="A History of Python Versions and Features: Early Days → Python 3.3">
            <a:extLst>
              <a:ext uri="{FF2B5EF4-FFF2-40B4-BE49-F238E27FC236}">
                <a16:creationId xmlns:a16="http://schemas.microsoft.com/office/drawing/2014/main" id="{34431788-9366-282B-762D-6E51BDA4F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878" y="396584"/>
            <a:ext cx="11374243" cy="64000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6" name="Picture 2" descr="C:\Users\MM\Desktop\pytho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00721" y="1"/>
            <a:ext cx="11675328" cy="681104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0" dirty="0"/>
              <a:t>Python Example</a:t>
            </a:r>
            <a:br>
              <a:rPr lang="en-IN" b="0" dirty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Python is easy to learn and code and can be executed with python interpreter. We can also use Python interactive shell to test python code immediately.</a:t>
            </a:r>
          </a:p>
          <a:p>
            <a:r>
              <a:rPr lang="en-IN" dirty="0"/>
              <a:t>A simple hello world example is given below. Write below code in a file and save with </a:t>
            </a:r>
            <a:r>
              <a:rPr lang="en-IN" b="1" dirty="0"/>
              <a:t>.</a:t>
            </a:r>
            <a:r>
              <a:rPr lang="en-IN" b="1" dirty="0" err="1"/>
              <a:t>py</a:t>
            </a:r>
            <a:r>
              <a:rPr lang="en-IN" dirty="0"/>
              <a:t> extension. Python source file has </a:t>
            </a:r>
            <a:r>
              <a:rPr lang="en-IN" b="1" dirty="0"/>
              <a:t>.</a:t>
            </a:r>
            <a:r>
              <a:rPr lang="en-IN" b="1" dirty="0" err="1"/>
              <a:t>py</a:t>
            </a:r>
            <a:r>
              <a:rPr lang="en-IN" dirty="0"/>
              <a:t> extension.</a:t>
            </a:r>
          </a:p>
          <a:p>
            <a:endParaRPr lang="en-IN" b="1" dirty="0"/>
          </a:p>
          <a:p>
            <a:r>
              <a:rPr lang="en-IN" b="1" dirty="0"/>
              <a:t>Ex: print</a:t>
            </a:r>
            <a:r>
              <a:rPr lang="en-IN" dirty="0"/>
              <a:t>("hello world by python!")  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/>
            </a:br>
            <a:r>
              <a:rPr lang="en-IN" b="0"/>
              <a:t>Python Example using Interactive Shell</a:t>
            </a:r>
            <a:br>
              <a:rPr lang="en-IN" b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/>
              <a:t>Python interactive shell is used to test the code immediately and does not require to write and save code in file.</a:t>
            </a:r>
          </a:p>
          <a:p>
            <a:r>
              <a:rPr lang="en-IN"/>
              <a:t>Python code is simple and easy to run. Here is a simple Python code that will print "Welcome to Python".</a:t>
            </a:r>
          </a:p>
          <a:p>
            <a:r>
              <a:rPr lang="en-IN"/>
              <a:t>Ex:-   	&gt;&gt;&gt; a="Welcome To Python"  </a:t>
            </a:r>
          </a:p>
          <a:p>
            <a:pPr>
              <a:buNone/>
            </a:pPr>
            <a:r>
              <a:rPr lang="en-IN"/>
              <a:t>			&gt;&gt;&gt; </a:t>
            </a:r>
            <a:r>
              <a:rPr lang="en-IN" b="1"/>
              <a:t>print</a:t>
            </a:r>
            <a:r>
              <a:rPr lang="en-IN"/>
              <a:t> (a)  </a:t>
            </a:r>
          </a:p>
          <a:p>
            <a:pPr>
              <a:buNone/>
            </a:pPr>
            <a:r>
              <a:rPr lang="en-IN"/>
              <a:t>				Welcome To Python  </a:t>
            </a:r>
          </a:p>
          <a:p>
            <a:pPr>
              <a:buNone/>
            </a:pPr>
            <a:r>
              <a:rPr lang="en-IN"/>
              <a:t>			&gt;&gt;&gt;    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dirty="0"/>
            </a:br>
            <a:r>
              <a:rPr lang="en-IN" b="0" dirty="0"/>
              <a:t>Python Variables</a:t>
            </a:r>
            <a:br>
              <a:rPr lang="en-IN" b="0" dirty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Variable is a name which is used to refer memory location. Variable also known as identifier and used to hold value.</a:t>
            </a:r>
          </a:p>
          <a:p>
            <a:r>
              <a:rPr lang="en-IN" dirty="0"/>
              <a:t>In Python, we don't need to specify the type of variable because Python is a type infer language and smart enough to get variable type.</a:t>
            </a:r>
          </a:p>
          <a:p>
            <a:r>
              <a:rPr lang="en-IN" dirty="0"/>
              <a:t>Variable names can be a group of both letters and digits, but they have to begin with a letter or an underscore.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dirty="0"/>
              <a:t>Declaring Variable and Assigning Values</a:t>
            </a:r>
            <a:br>
              <a:rPr lang="en-IN" dirty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2700865" y="2490136"/>
            <a:ext cx="6798736" cy="1874969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Python does not bound us to declare variable before using in the application. It allows us to create variable at required time.</a:t>
            </a:r>
          </a:p>
          <a:p>
            <a:r>
              <a:rPr lang="en-IN" dirty="0"/>
              <a:t>We don't need to declare explicitly variable in Python. When we assign any value to the variable that variable is declared automatically.</a:t>
            </a:r>
          </a:p>
          <a:p>
            <a:r>
              <a:rPr lang="en-IN" dirty="0"/>
              <a:t>The equal (=) operator is used to assign value to a variable.</a:t>
            </a:r>
          </a:p>
          <a:p>
            <a:endParaRPr lang="en-IN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9" y="4365104"/>
            <a:ext cx="7648575" cy="1872209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/>
            </a:br>
            <a:r>
              <a:rPr lang="en-IN" b="0"/>
              <a:t>Multiple Assignment</a:t>
            </a:r>
            <a:br>
              <a:rPr lang="en-IN" b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Python allows us to assign a value to multiple variables in a single statement which is also known as multiple assignment.</a:t>
            </a:r>
          </a:p>
          <a:p>
            <a:r>
              <a:rPr lang="en-IN" b="1" dirty="0"/>
              <a:t>1. Assigning single value to multiple variables</a:t>
            </a:r>
          </a:p>
          <a:p>
            <a:pPr>
              <a:buNone/>
            </a:pPr>
            <a:r>
              <a:rPr lang="en-IN" b="1" dirty="0"/>
              <a:t> Ex:- </a:t>
            </a:r>
            <a:r>
              <a:rPr lang="en-IN" dirty="0"/>
              <a:t>x=y=z=50 </a:t>
            </a:r>
          </a:p>
          <a:p>
            <a:pPr>
              <a:buNone/>
            </a:pPr>
            <a:r>
              <a:rPr lang="en-IN" b="1" dirty="0"/>
              <a:t>2.Assigning multiple values to multiple variables:</a:t>
            </a:r>
          </a:p>
          <a:p>
            <a:pPr>
              <a:buNone/>
            </a:pPr>
            <a:r>
              <a:rPr lang="en-IN" b="1" dirty="0"/>
              <a:t>Ex:- </a:t>
            </a:r>
            <a:r>
              <a:rPr lang="en-IN" dirty="0" err="1"/>
              <a:t>a,b,c</a:t>
            </a:r>
            <a:r>
              <a:rPr lang="en-IN" dirty="0"/>
              <a:t>=5,10,15  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/>
            </a:br>
            <a:r>
              <a:rPr lang="en-IN" b="0"/>
              <a:t>Basic Fundamentals:</a:t>
            </a:r>
            <a:br>
              <a:rPr lang="en-IN" b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IN" b="1" dirty="0" err="1"/>
              <a:t>i</a:t>
            </a:r>
            <a:r>
              <a:rPr lang="en-IN" b="1" dirty="0"/>
              <a:t>)Tokens and their types.</a:t>
            </a:r>
            <a:endParaRPr lang="en-IN" dirty="0"/>
          </a:p>
          <a:p>
            <a:r>
              <a:rPr lang="en-IN" b="1" dirty="0"/>
              <a:t>ii) Comments</a:t>
            </a:r>
            <a:endParaRPr lang="en-IN" dirty="0"/>
          </a:p>
          <a:p>
            <a:pPr>
              <a:buNone/>
            </a:pPr>
            <a:r>
              <a:rPr lang="en-IN" b="1" dirty="0"/>
              <a:t>a)Tokens:</a:t>
            </a:r>
            <a:endParaRPr lang="en-IN" dirty="0"/>
          </a:p>
          <a:p>
            <a:r>
              <a:rPr lang="en-IN" dirty="0"/>
              <a:t>Tokens can be defined as a punctuator mark, reserved words and each individual word in a statement.</a:t>
            </a:r>
          </a:p>
          <a:p>
            <a:r>
              <a:rPr lang="en-IN" dirty="0"/>
              <a:t>Token is the smallest unit inside the given program.</a:t>
            </a:r>
          </a:p>
          <a:p>
            <a:r>
              <a:rPr lang="en-IN" dirty="0"/>
              <a:t>There are following tokens in Python:</a:t>
            </a:r>
          </a:p>
          <a:p>
            <a:pPr marL="624078" indent="-514350">
              <a:buFont typeface="+mj-lt"/>
              <a:buAutoNum type="arabicPeriod"/>
            </a:pPr>
            <a:r>
              <a:rPr lang="en-IN" dirty="0"/>
              <a:t>Keywords.</a:t>
            </a:r>
          </a:p>
          <a:p>
            <a:pPr marL="624078" indent="-514350">
              <a:buFont typeface="+mj-lt"/>
              <a:buAutoNum type="arabicPeriod"/>
            </a:pPr>
            <a:r>
              <a:rPr lang="en-IN" dirty="0"/>
              <a:t>Identifiers.</a:t>
            </a:r>
          </a:p>
          <a:p>
            <a:pPr marL="624078" indent="-514350">
              <a:buFont typeface="+mj-lt"/>
              <a:buAutoNum type="arabicPeriod"/>
            </a:pPr>
            <a:r>
              <a:rPr lang="en-IN" dirty="0"/>
              <a:t>Literals.</a:t>
            </a:r>
          </a:p>
          <a:p>
            <a:pPr marL="624078" indent="-514350">
              <a:buFont typeface="+mj-lt"/>
              <a:buAutoNum type="arabicPeriod"/>
            </a:pPr>
            <a:r>
              <a:rPr lang="en-IN" dirty="0"/>
              <a:t>Operators.</a:t>
            </a:r>
          </a:p>
          <a:p>
            <a:pPr>
              <a:buNone/>
            </a:pP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1413" y="228690"/>
            <a:ext cx="9905998" cy="6400619"/>
          </a:xfrm>
        </p:spPr>
      </p:pic>
    </p:spTree>
    <p:extLst>
      <p:ext uri="{BB962C8B-B14F-4D97-AF65-F5344CB8AC3E}">
        <p14:creationId xmlns:p14="http://schemas.microsoft.com/office/powerpoint/2010/main" val="26247241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C2E4E997-8672-4FFD-B8EC-9932A8E471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33" name="Picture 2">
            <a:extLst>
              <a:ext uri="{FF2B5EF4-FFF2-40B4-BE49-F238E27FC236}">
                <a16:creationId xmlns:a16="http://schemas.microsoft.com/office/drawing/2014/main" id="{FE6BA9E6-1D9E-4D30-B528-D49FA1342E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:p14="http://schemas.microsoft.com/office/powerpoint/2010/main" xmlns:a16="http://schemas.microsoft.com/office/drawing/2014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1413" y="618518"/>
            <a:ext cx="4459286" cy="1478570"/>
          </a:xfrm>
        </p:spPr>
        <p:txBody>
          <a:bodyPr vert="horz" lIns="91440" tIns="45720" rIns="91440" bIns="45720" rtlCol="0" anchor="ctr">
            <a:normAutofit/>
          </a:bodyPr>
          <a:lstStyle/>
          <a:p>
            <a:br>
              <a:rPr lang="en-US" sz="3200" b="0"/>
            </a:br>
            <a:r>
              <a:rPr lang="en-US" sz="3200" b="0"/>
              <a:t>Python Keywords</a:t>
            </a:r>
            <a:br>
              <a:rPr lang="en-US" sz="3200" b="0"/>
            </a:br>
            <a:endParaRPr lang="en-US" sz="3200"/>
          </a:p>
        </p:txBody>
      </p:sp>
      <p:sp>
        <p:nvSpPr>
          <p:cNvPr id="5" name="Rectangle 4"/>
          <p:cNvSpPr/>
          <p:nvPr/>
        </p:nvSpPr>
        <p:spPr>
          <a:xfrm>
            <a:off x="1141412" y="2249487"/>
            <a:ext cx="4459287" cy="3965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 defTabSz="914400">
              <a:lnSpc>
                <a:spcPct val="120000"/>
              </a:lnSpc>
              <a:spcAft>
                <a:spcPts val="600"/>
              </a:spcAft>
              <a:buSzPct val="125000"/>
              <a:buFont typeface="Arial" panose="020B0604020202020204" pitchFamily="34" charset="0"/>
              <a:buChar char="•"/>
            </a:pPr>
            <a:r>
              <a:rPr lang="en-US" sz="2000"/>
              <a:t>Python Keywords are special reserved words which convey a special meaning to the compiler/interpreter. Each keyword have a special meaning and a specific operation. These keywords can't be used as variable</a:t>
            </a: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4" cstate="print"/>
          <a:stretch>
            <a:fillRect/>
          </a:stretch>
        </p:blipFill>
        <p:spPr bwMode="auto">
          <a:xfrm>
            <a:off x="6096000" y="2714029"/>
            <a:ext cx="5456279" cy="1404992"/>
          </a:xfrm>
          <a:prstGeom prst="round2DiagRect">
            <a:avLst>
              <a:gd name="adj1" fmla="val 5608"/>
              <a:gd name="adj2" fmla="val 0"/>
            </a:avLst>
          </a:prstGeom>
          <a:noFill/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grpSp>
        <p:nvGrpSpPr>
          <p:cNvPr id="1035" name="Group 1034">
            <a:extLst>
              <a:ext uri="{FF2B5EF4-FFF2-40B4-BE49-F238E27FC236}">
                <a16:creationId xmlns:a16="http://schemas.microsoft.com/office/drawing/2014/main" id="{453E4DEE-E996-40F8-8635-0FF43D7348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20788" cy="6858001"/>
            <a:chOff x="-14288" y="0"/>
            <a:chExt cx="1220788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036" name="Rectangle 5">
              <a:extLst>
                <a:ext uri="{FF2B5EF4-FFF2-40B4-BE49-F238E27FC236}">
                  <a16:creationId xmlns:a16="http://schemas.microsoft.com/office/drawing/2014/main" id="{08BD1D3E-43CE-49EB-A424-0738950C64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14300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7" name="Freeform 6">
              <a:extLst>
                <a:ext uri="{FF2B5EF4-FFF2-40B4-BE49-F238E27FC236}">
                  <a16:creationId xmlns:a16="http://schemas.microsoft.com/office/drawing/2014/main" id="{E9182037-E3FA-489A-95D5-29E424842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337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8" name="Freeform 7">
              <a:extLst>
                <a:ext uri="{FF2B5EF4-FFF2-40B4-BE49-F238E27FC236}">
                  <a16:creationId xmlns:a16="http://schemas.microsoft.com/office/drawing/2014/main" id="{E8864E76-AD7F-4BEE-B3F6-A78FA42AEF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9" name="Freeform 8">
              <a:extLst>
                <a:ext uri="{FF2B5EF4-FFF2-40B4-BE49-F238E27FC236}">
                  <a16:creationId xmlns:a16="http://schemas.microsoft.com/office/drawing/2014/main" id="{8AD071B3-046D-4479-91FE-01E9AD7C8A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0025" y="4763"/>
              <a:ext cx="369888" cy="1811338"/>
            </a:xfrm>
            <a:custGeom>
              <a:avLst/>
              <a:gdLst/>
              <a:ahLst/>
              <a:cxnLst/>
              <a:rect l="0" t="0" r="r" b="b"/>
              <a:pathLst>
                <a:path w="233" h="1141">
                  <a:moveTo>
                    <a:pt x="218" y="1141"/>
                  </a:moveTo>
                  <a:lnTo>
                    <a:pt x="0" y="626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623"/>
                  </a:lnTo>
                  <a:lnTo>
                    <a:pt x="233" y="1135"/>
                  </a:lnTo>
                  <a:lnTo>
                    <a:pt x="218" y="1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0" name="Freeform 9">
              <a:extLst>
                <a:ext uri="{FF2B5EF4-FFF2-40B4-BE49-F238E27FC236}">
                  <a16:creationId xmlns:a16="http://schemas.microsoft.com/office/drawing/2014/main" id="{91D776F5-E902-4A4D-A75D-A46E063C9F3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03237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6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1" name="Freeform 10">
              <a:extLst>
                <a:ext uri="{FF2B5EF4-FFF2-40B4-BE49-F238E27FC236}">
                  <a16:creationId xmlns:a16="http://schemas.microsoft.com/office/drawing/2014/main" id="{EBED8F24-A998-4952-AB68-E2074F0746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85750" y="4763"/>
              <a:ext cx="369888" cy="1430338"/>
            </a:xfrm>
            <a:custGeom>
              <a:avLst/>
              <a:gdLst/>
              <a:ahLst/>
              <a:cxnLst/>
              <a:rect l="0" t="0" r="r" b="b"/>
              <a:pathLst>
                <a:path w="233" h="901">
                  <a:moveTo>
                    <a:pt x="221" y="901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380"/>
                  </a:lnTo>
                  <a:lnTo>
                    <a:pt x="233" y="895"/>
                  </a:lnTo>
                  <a:lnTo>
                    <a:pt x="221" y="90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2" name="Freeform 11">
              <a:extLst>
                <a:ext uri="{FF2B5EF4-FFF2-40B4-BE49-F238E27FC236}">
                  <a16:creationId xmlns:a16="http://schemas.microsoft.com/office/drawing/2014/main" id="{74D7A646-8CDC-49B3-9C44-3EF38DB4264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46100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3" name="Freeform 12">
              <a:extLst>
                <a:ext uri="{FF2B5EF4-FFF2-40B4-BE49-F238E27FC236}">
                  <a16:creationId xmlns:a16="http://schemas.microsoft.com/office/drawing/2014/main" id="{D4E99D14-E4F4-419B-9AAF-8D1CEAB28A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3" y="0"/>
                    <a:pt x="40" y="7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9"/>
                    <a:pt x="31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4" name="Freeform 13">
              <a:extLst>
                <a:ext uri="{FF2B5EF4-FFF2-40B4-BE49-F238E27FC236}">
                  <a16:creationId xmlns:a16="http://schemas.microsoft.com/office/drawing/2014/main" id="{377E106C-5445-4A52-9F7E-DA1738744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88962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5" name="Freeform 14">
              <a:extLst>
                <a:ext uri="{FF2B5EF4-FFF2-40B4-BE49-F238E27FC236}">
                  <a16:creationId xmlns:a16="http://schemas.microsoft.com/office/drawing/2014/main" id="{752BFE96-D378-4BAE-A64B-F851A34C47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41350" y="0"/>
              <a:ext cx="422275" cy="527050"/>
            </a:xfrm>
            <a:custGeom>
              <a:avLst/>
              <a:gdLst/>
              <a:ahLst/>
              <a:cxnLst/>
              <a:rect l="0" t="0" r="r" b="b"/>
              <a:pathLst>
                <a:path w="266" h="332">
                  <a:moveTo>
                    <a:pt x="257" y="332"/>
                  </a:moveTo>
                  <a:lnTo>
                    <a:pt x="48" y="123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3" y="114"/>
                  </a:lnTo>
                  <a:lnTo>
                    <a:pt x="266" y="320"/>
                  </a:lnTo>
                  <a:lnTo>
                    <a:pt x="257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6" name="Freeform 15">
              <a:extLst>
                <a:ext uri="{FF2B5EF4-FFF2-40B4-BE49-F238E27FC236}">
                  <a16:creationId xmlns:a16="http://schemas.microsoft.com/office/drawing/2014/main" id="{B88FFB19-5A5E-4078-B467-9D4ABD21BD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20762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7" name="Line 16">
              <a:extLst>
                <a:ext uri="{FF2B5EF4-FFF2-40B4-BE49-F238E27FC236}">
                  <a16:creationId xmlns:a16="http://schemas.microsoft.com/office/drawing/2014/main" id="{11042975-3D19-4728-BCDA-D3F5CD633E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ShapeType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4763" y="9525"/>
              <a:ext cx="0" cy="0"/>
            </a:xfrm>
            <a:prstGeom prst="line">
              <a:avLst/>
            </a:prstGeom>
            <a:grpFill/>
            <a:ln w="15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48" name="Freeform 17">
              <a:extLst>
                <a:ext uri="{FF2B5EF4-FFF2-40B4-BE49-F238E27FC236}">
                  <a16:creationId xmlns:a16="http://schemas.microsoft.com/office/drawing/2014/main" id="{A28972BD-D2E1-4DCA-A907-2E3B6F6066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525" y="1801813"/>
              <a:ext cx="123825" cy="127000"/>
            </a:xfrm>
            <a:custGeom>
              <a:avLst/>
              <a:gdLst/>
              <a:ahLst/>
              <a:cxnLst/>
              <a:rect l="0" t="0" r="r" b="b"/>
              <a:pathLst>
                <a:path w="78" h="80">
                  <a:moveTo>
                    <a:pt x="6" y="80"/>
                  </a:moveTo>
                  <a:lnTo>
                    <a:pt x="0" y="71"/>
                  </a:lnTo>
                  <a:lnTo>
                    <a:pt x="69" y="0"/>
                  </a:lnTo>
                  <a:lnTo>
                    <a:pt x="78" y="9"/>
                  </a:lnTo>
                  <a:lnTo>
                    <a:pt x="6" y="8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9" name="Freeform 18">
              <a:extLst>
                <a:ext uri="{FF2B5EF4-FFF2-40B4-BE49-F238E27FC236}">
                  <a16:creationId xmlns:a16="http://schemas.microsoft.com/office/drawing/2014/main" id="{1C806824-5C2D-4747-B038-69EE4074B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9525" y="3549650"/>
              <a:ext cx="147638" cy="481013"/>
            </a:xfrm>
            <a:custGeom>
              <a:avLst/>
              <a:gdLst/>
              <a:ahLst/>
              <a:cxnLst/>
              <a:rect l="0" t="0" r="r" b="b"/>
              <a:pathLst>
                <a:path w="93" h="303">
                  <a:moveTo>
                    <a:pt x="93" y="303"/>
                  </a:moveTo>
                  <a:lnTo>
                    <a:pt x="78" y="303"/>
                  </a:lnTo>
                  <a:lnTo>
                    <a:pt x="78" y="78"/>
                  </a:lnTo>
                  <a:lnTo>
                    <a:pt x="0" y="12"/>
                  </a:lnTo>
                  <a:lnTo>
                    <a:pt x="12" y="0"/>
                  </a:lnTo>
                  <a:lnTo>
                    <a:pt x="93" y="69"/>
                  </a:lnTo>
                  <a:lnTo>
                    <a:pt x="93" y="30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0" name="Freeform 19">
              <a:extLst>
                <a:ext uri="{FF2B5EF4-FFF2-40B4-BE49-F238E27FC236}">
                  <a16:creationId xmlns:a16="http://schemas.microsoft.com/office/drawing/2014/main" id="{3B33F710-16D7-4F48-BFCA-66C9CA2352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28587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1" name="Freeform 20">
              <a:extLst>
                <a:ext uri="{FF2B5EF4-FFF2-40B4-BE49-F238E27FC236}">
                  <a16:creationId xmlns:a16="http://schemas.microsoft.com/office/drawing/2014/main" id="{6C8C8ED4-90FA-4E97-AAF0-D5D51E6A93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04787" y="1849438"/>
              <a:ext cx="114300" cy="107950"/>
            </a:xfrm>
            <a:custGeom>
              <a:avLst/>
              <a:gdLst/>
              <a:ahLst/>
              <a:cxnLst/>
              <a:rect l="0" t="0" r="r" b="b"/>
              <a:pathLst>
                <a:path w="24" h="23">
                  <a:moveTo>
                    <a:pt x="12" y="23"/>
                  </a:moveTo>
                  <a:cubicBezTo>
                    <a:pt x="6" y="23"/>
                    <a:pt x="0" y="18"/>
                    <a:pt x="0" y="12"/>
                  </a:cubicBezTo>
                  <a:cubicBezTo>
                    <a:pt x="0" y="5"/>
                    <a:pt x="6" y="0"/>
                    <a:pt x="12" y="0"/>
                  </a:cubicBezTo>
                  <a:cubicBezTo>
                    <a:pt x="18" y="0"/>
                    <a:pt x="24" y="5"/>
                    <a:pt x="24" y="12"/>
                  </a:cubicBezTo>
                  <a:cubicBezTo>
                    <a:pt x="24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20" y="16"/>
                    <a:pt x="20" y="12"/>
                  </a:cubicBezTo>
                  <a:cubicBezTo>
                    <a:pt x="20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2" name="Rectangle 21">
              <a:extLst>
                <a:ext uri="{FF2B5EF4-FFF2-40B4-BE49-F238E27FC236}">
                  <a16:creationId xmlns:a16="http://schemas.microsoft.com/office/drawing/2014/main" id="{6C5EB9C1-B25F-4172-8A96-5950ECC828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ChangeArrowhead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3350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3" name="Freeform 22">
              <a:extLst>
                <a:ext uri="{FF2B5EF4-FFF2-40B4-BE49-F238E27FC236}">
                  <a16:creationId xmlns:a16="http://schemas.microsoft.com/office/drawing/2014/main" id="{097E6E8A-9373-4655-882B-21715CCE97E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23837" y="5041900"/>
              <a:ext cx="369888" cy="1801813"/>
            </a:xfrm>
            <a:custGeom>
              <a:avLst/>
              <a:gdLst/>
              <a:ahLst/>
              <a:cxnLst/>
              <a:rect l="0" t="0" r="r" b="b"/>
              <a:pathLst>
                <a:path w="233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8" y="0"/>
                  </a:lnTo>
                  <a:lnTo>
                    <a:pt x="233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4" name="Freeform 23">
              <a:extLst>
                <a:ext uri="{FF2B5EF4-FFF2-40B4-BE49-F238E27FC236}">
                  <a16:creationId xmlns:a16="http://schemas.microsoft.com/office/drawing/2014/main" id="{EB8CC766-1206-4372-ACAF-8230AF4D54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387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5" name="Freeform 24">
              <a:extLst>
                <a:ext uri="{FF2B5EF4-FFF2-40B4-BE49-F238E27FC236}">
                  <a16:creationId xmlns:a16="http://schemas.microsoft.com/office/drawing/2014/main" id="{1C8E2511-2489-47B2-9C19-C410910DD9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-14288" y="5627688"/>
              <a:ext cx="85725" cy="1216025"/>
            </a:xfrm>
            <a:custGeom>
              <a:avLst/>
              <a:gdLst/>
              <a:ahLst/>
              <a:cxnLst/>
              <a:rect l="0" t="0" r="r" b="b"/>
              <a:pathLst>
                <a:path w="54" h="766">
                  <a:moveTo>
                    <a:pt x="54" y="766"/>
                  </a:moveTo>
                  <a:lnTo>
                    <a:pt x="36" y="766"/>
                  </a:lnTo>
                  <a:lnTo>
                    <a:pt x="36" y="149"/>
                  </a:lnTo>
                  <a:lnTo>
                    <a:pt x="0" y="3"/>
                  </a:lnTo>
                  <a:lnTo>
                    <a:pt x="18" y="0"/>
                  </a:lnTo>
                  <a:lnTo>
                    <a:pt x="54" y="146"/>
                  </a:lnTo>
                  <a:lnTo>
                    <a:pt x="54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6" name="Freeform 25">
              <a:extLst>
                <a:ext uri="{FF2B5EF4-FFF2-40B4-BE49-F238E27FC236}">
                  <a16:creationId xmlns:a16="http://schemas.microsoft.com/office/drawing/2014/main" id="{D7820196-0A47-47EF-832C-A688E8977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27050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7" name="Freeform 26">
              <a:extLst>
                <a:ext uri="{FF2B5EF4-FFF2-40B4-BE49-F238E27FC236}">
                  <a16:creationId xmlns:a16="http://schemas.microsoft.com/office/drawing/2014/main" id="{4982E0BF-34AE-48A3-AD6B-E0F3CD05DB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09562" y="5422900"/>
              <a:ext cx="374650" cy="1425575"/>
            </a:xfrm>
            <a:custGeom>
              <a:avLst/>
              <a:gdLst/>
              <a:ahLst/>
              <a:cxnLst/>
              <a:rect l="0" t="0" r="r" b="b"/>
              <a:pathLst>
                <a:path w="236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3" y="512"/>
                  </a:lnTo>
                  <a:lnTo>
                    <a:pt x="221" y="0"/>
                  </a:lnTo>
                  <a:lnTo>
                    <a:pt x="236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8" name="Freeform 27">
              <a:extLst>
                <a:ext uri="{FF2B5EF4-FFF2-40B4-BE49-F238E27FC236}">
                  <a16:creationId xmlns:a16="http://schemas.microsoft.com/office/drawing/2014/main" id="{CD34643B-9DF2-4310-8868-48252C339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569912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9" name="Freeform 28">
              <a:extLst>
                <a:ext uri="{FF2B5EF4-FFF2-40B4-BE49-F238E27FC236}">
                  <a16:creationId xmlns:a16="http://schemas.microsoft.com/office/drawing/2014/main" id="{4E020C4E-AF64-44A8-B830-779541D8D54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0" name="Freeform 29">
              <a:extLst>
                <a:ext uri="{FF2B5EF4-FFF2-40B4-BE49-F238E27FC236}">
                  <a16:creationId xmlns:a16="http://schemas.microsoft.com/office/drawing/2014/main" id="{D97BC3D3-B1B3-4825-9169-BBEF1DBCF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12775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1" name="Freeform 30">
              <a:extLst>
                <a:ext uri="{FF2B5EF4-FFF2-40B4-BE49-F238E27FC236}">
                  <a16:creationId xmlns:a16="http://schemas.microsoft.com/office/drawing/2014/main" id="{A750DC4F-1DAF-470E-98C6-6C68DEB933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9925" y="6330950"/>
              <a:ext cx="417513" cy="517525"/>
            </a:xfrm>
            <a:custGeom>
              <a:avLst/>
              <a:gdLst/>
              <a:ahLst/>
              <a:cxnLst/>
              <a:rect l="0" t="0" r="r" b="b"/>
              <a:pathLst>
                <a:path w="263" h="326">
                  <a:moveTo>
                    <a:pt x="15" y="326"/>
                  </a:moveTo>
                  <a:lnTo>
                    <a:pt x="0" y="320"/>
                  </a:lnTo>
                  <a:lnTo>
                    <a:pt x="45" y="206"/>
                  </a:lnTo>
                  <a:lnTo>
                    <a:pt x="48" y="206"/>
                  </a:lnTo>
                  <a:lnTo>
                    <a:pt x="254" y="0"/>
                  </a:lnTo>
                  <a:lnTo>
                    <a:pt x="263" y="12"/>
                  </a:lnTo>
                  <a:lnTo>
                    <a:pt x="60" y="215"/>
                  </a:lnTo>
                  <a:lnTo>
                    <a:pt x="15" y="32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2" name="Freeform 31">
              <a:extLst>
                <a:ext uri="{FF2B5EF4-FFF2-40B4-BE49-F238E27FC236}">
                  <a16:creationId xmlns:a16="http://schemas.microsoft.com/office/drawing/2014/main" id="{2F99594A-5BBD-4E10-A818-8BE52B7D95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049337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:p14="http://schemas.microsoft.com/office/powerpoint/2010/main" xmlns:a16="http://schemas.microsoft.com/office/drawing/2014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IN" b="0" dirty="0"/>
            </a:br>
            <a:r>
              <a:rPr lang="en-IN" b="0" dirty="0"/>
              <a:t>Identifiers</a:t>
            </a:r>
            <a:br>
              <a:rPr lang="en-IN" b="0" dirty="0"/>
            </a:b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Identifiers are the names given to the fundamental building blocks in a program.</a:t>
            </a:r>
          </a:p>
          <a:p>
            <a:r>
              <a:rPr lang="en-IN" dirty="0"/>
              <a:t>These can be variables ,class ,object ,functions , lists , dictionaries etc.</a:t>
            </a:r>
          </a:p>
          <a:p>
            <a:r>
              <a:rPr lang="en-IN" dirty="0"/>
              <a:t>There are certain rules defined for naming i.e., Identifiers.</a:t>
            </a:r>
          </a:p>
          <a:p>
            <a:pPr>
              <a:buNone/>
            </a:pPr>
            <a:r>
              <a:rPr lang="en-IN" b="1" dirty="0"/>
              <a:t>I. An identifier is a long sequence of characters and numbers.</a:t>
            </a:r>
          </a:p>
          <a:p>
            <a:pPr>
              <a:buNone/>
            </a:pPr>
            <a:r>
              <a:rPr lang="en-IN" b="1" dirty="0" err="1"/>
              <a:t>II.No</a:t>
            </a:r>
            <a:r>
              <a:rPr lang="en-IN" b="1" dirty="0"/>
              <a:t> special character except underscore ( _ ) can be used as an identifier.</a:t>
            </a:r>
          </a:p>
          <a:p>
            <a:pPr>
              <a:buNone/>
            </a:pPr>
            <a:r>
              <a:rPr lang="en-IN" b="1" dirty="0" err="1"/>
              <a:t>III.Keyword</a:t>
            </a:r>
            <a:r>
              <a:rPr lang="en-IN" b="1" dirty="0"/>
              <a:t> should not be used as an identifier name.</a:t>
            </a:r>
          </a:p>
          <a:p>
            <a:pPr>
              <a:buNone/>
            </a:pPr>
            <a:r>
              <a:rPr lang="en-IN" b="1" dirty="0" err="1"/>
              <a:t>IV.Python</a:t>
            </a:r>
            <a:r>
              <a:rPr lang="en-IN" b="1" dirty="0"/>
              <a:t> is case sensitive. So using case is significant.</a:t>
            </a:r>
          </a:p>
          <a:p>
            <a:pPr>
              <a:buNone/>
            </a:pPr>
            <a:r>
              <a:rPr lang="en-IN" b="1" dirty="0" err="1"/>
              <a:t>V.First</a:t>
            </a:r>
            <a:r>
              <a:rPr lang="en-IN" b="1" dirty="0"/>
              <a:t> character of an identifier can be character, underscore ( _ ) but not digit.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br>
              <a:rPr lang="en-IN" sz="3300" b="0"/>
            </a:br>
            <a:r>
              <a:rPr lang="en-IN" sz="3300" b="0"/>
              <a:t>Python Literals</a:t>
            </a:r>
            <a:br>
              <a:rPr lang="en-IN" sz="3300" b="0"/>
            </a:br>
            <a:endParaRPr lang="en-IN" sz="3300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962D62F5-C2C2-6D82-BC29-0EB81379AB9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4455618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br>
              <a:rPr lang="en-IN" sz="3300" b="0"/>
            </a:br>
            <a:r>
              <a:rPr lang="en-IN" sz="3300" b="0"/>
              <a:t>Python Operators</a:t>
            </a:r>
            <a:br>
              <a:rPr lang="en-IN" sz="3300" b="0"/>
            </a:br>
            <a:endParaRPr lang="en-IN" sz="3300"/>
          </a:p>
        </p:txBody>
      </p:sp>
      <p:graphicFrame>
        <p:nvGraphicFramePr>
          <p:cNvPr id="5" name="Content Placeholder 1">
            <a:extLst>
              <a:ext uri="{FF2B5EF4-FFF2-40B4-BE49-F238E27FC236}">
                <a16:creationId xmlns:a16="http://schemas.microsoft.com/office/drawing/2014/main" id="{E0F3AB01-75D1-A826-06F3-AAFF924D301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5921436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8000"/>
                <a:hueMod val="94000"/>
                <a:satMod val="148000"/>
                <a:lumMod val="150000"/>
              </a:schemeClr>
            </a:gs>
            <a:gs pos="100000">
              <a:schemeClr val="bg2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EF4763-EB4A-4A35-89EB-AD2763B48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</p:spPr>
        <p:txBody>
          <a:bodyPr>
            <a:normAutofit/>
          </a:bodyPr>
          <a:lstStyle/>
          <a:p>
            <a:r>
              <a:rPr lang="en-IN" dirty="0"/>
              <a:t>Python Comments</a:t>
            </a:r>
            <a:br>
              <a:rPr lang="en-IN" dirty="0"/>
            </a:br>
            <a:endParaRPr lang="en-IN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AB35B33-2569-E474-590D-DB83BCFE4CF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7109158"/>
              </p:ext>
            </p:extLst>
          </p:nvPr>
        </p:nvGraphicFramePr>
        <p:xfrm>
          <a:off x="1141411" y="2440771"/>
          <a:ext cx="9905999" cy="35848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7137016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Control Statements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If					If _else</a:t>
            </a:r>
          </a:p>
          <a:p>
            <a:r>
              <a:rPr lang="en-IN" dirty="0"/>
              <a:t>For					else _if</a:t>
            </a:r>
          </a:p>
          <a:p>
            <a:r>
              <a:rPr lang="en-IN" dirty="0"/>
              <a:t>While				Nested _if</a:t>
            </a:r>
          </a:p>
          <a:p>
            <a:r>
              <a:rPr lang="en-IN" dirty="0"/>
              <a:t>Break</a:t>
            </a:r>
          </a:p>
          <a:p>
            <a:r>
              <a:rPr lang="en-IN" dirty="0"/>
              <a:t>Continue</a:t>
            </a:r>
          </a:p>
          <a:p>
            <a:r>
              <a:rPr lang="en-IN" dirty="0"/>
              <a:t>Pass</a:t>
            </a:r>
          </a:p>
          <a:p>
            <a:endParaRPr lang="en-IN" dirty="0"/>
          </a:p>
        </p:txBody>
      </p:sp>
      <p:cxnSp>
        <p:nvCxnSpPr>
          <p:cNvPr id="5" name="Straight Connector 4"/>
          <p:cNvCxnSpPr/>
          <p:nvPr/>
        </p:nvCxnSpPr>
        <p:spPr>
          <a:xfrm>
            <a:off x="3391989" y="2489445"/>
            <a:ext cx="18722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799856" y="2708920"/>
            <a:ext cx="0" cy="43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>
            <a:off x="4796218" y="3137073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>
            <a:cxnSpLocks/>
          </p:cNvCxnSpPr>
          <p:nvPr/>
        </p:nvCxnSpPr>
        <p:spPr>
          <a:xfrm>
            <a:off x="4335515" y="2489001"/>
            <a:ext cx="9286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96218" y="2489001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4796218" y="3638569"/>
            <a:ext cx="50405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F99B2AE-AC95-1FAF-A9EB-8CC8D766A82F}"/>
              </a:ext>
            </a:extLst>
          </p:cNvPr>
          <p:cNvCxnSpPr/>
          <p:nvPr/>
        </p:nvCxnSpPr>
        <p:spPr>
          <a:xfrm>
            <a:off x="4796218" y="2990497"/>
            <a:ext cx="0" cy="6480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92986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Def : It is a type of container which stores the different datatype values.</a:t>
            </a:r>
          </a:p>
          <a:p>
            <a:r>
              <a:rPr lang="en-IN" dirty="0"/>
              <a:t>1. String  = ‘ ‘</a:t>
            </a:r>
          </a:p>
          <a:p>
            <a:r>
              <a:rPr lang="en-IN" dirty="0"/>
              <a:t>2. List = [ ]</a:t>
            </a:r>
          </a:p>
          <a:p>
            <a:r>
              <a:rPr lang="en-IN" dirty="0"/>
              <a:t>3. Tuple = ( )</a:t>
            </a:r>
          </a:p>
          <a:p>
            <a:r>
              <a:rPr lang="en-IN" dirty="0"/>
              <a:t>4.Dictionary = {K:V}</a:t>
            </a:r>
          </a:p>
          <a:p>
            <a:r>
              <a:rPr lang="en-IN" dirty="0"/>
              <a:t>5. Sets = {} or set[( )]</a:t>
            </a:r>
          </a:p>
        </p:txBody>
      </p:sp>
    </p:spTree>
    <p:extLst>
      <p:ext uri="{BB962C8B-B14F-4D97-AF65-F5344CB8AC3E}">
        <p14:creationId xmlns:p14="http://schemas.microsoft.com/office/powerpoint/2010/main" val="7460257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Mutable Vs Immutable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In Python everything is an object. An object mutability is determined </a:t>
            </a:r>
            <a:r>
              <a:rPr lang="en-IN" b="1"/>
              <a:t>by its </a:t>
            </a:r>
            <a:r>
              <a:rPr lang="en-IN" b="1" dirty="0"/>
              <a:t>type. Some of these objects like LISTS &amp; DICTIONARIES are mutable, meaning you can change their content without changing their identity.</a:t>
            </a:r>
            <a:endParaRPr lang="en-IN" dirty="0"/>
          </a:p>
          <a:p>
            <a:r>
              <a:rPr lang="en-IN" b="1" dirty="0"/>
              <a:t>Other objects like INTEGERS, FLOATS, STRINGS &amp; TUPLES  are objects that cannot be changed.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502063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82346" y="879789"/>
            <a:ext cx="6798736" cy="5098421"/>
          </a:xfrm>
        </p:spPr>
        <p:txBody>
          <a:bodyPr>
            <a:normAutofit lnSpcReduction="10000"/>
          </a:bodyPr>
          <a:lstStyle/>
          <a:p>
            <a:r>
              <a:rPr lang="en-IN" b="1" dirty="0"/>
              <a:t>Python handles mutable &amp; immutable objects differently . Immutable are quicker to access than mutable object. Also, immutable object are fundamentally expensive to  “change”, because doing so involves creating a copy. Changing mutable object is cheap.</a:t>
            </a:r>
            <a:endParaRPr lang="en-IN" dirty="0"/>
          </a:p>
          <a:p>
            <a:pPr lvl="0"/>
            <a:r>
              <a:rPr lang="en-IN" b="1" dirty="0"/>
              <a:t>Concatenating string in loops waste lots of memory , because strings are immutable, concatenating two strings together actually creates a third string which is the combination of the previous two. Use list compression join technique.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164186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Strings : ‘ 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865" y="2420889"/>
            <a:ext cx="6798736" cy="3744415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Python string is a built-in type text sequence. It is used to handle textual data in python. Python Strings are immutable sequences of Unicode points. Creating Strings are simplest and easy to use in Python.</a:t>
            </a:r>
          </a:p>
          <a:p>
            <a:pPr marL="0" indent="0">
              <a:buNone/>
            </a:pPr>
            <a:r>
              <a:rPr lang="en-IN" b="1" dirty="0"/>
              <a:t>Accessing Python Strings :</a:t>
            </a:r>
          </a:p>
          <a:p>
            <a:r>
              <a:rPr lang="en-IN" dirty="0"/>
              <a:t>In Python, Strings are stored as individual characters in a contiguous memory location.</a:t>
            </a:r>
          </a:p>
          <a:p>
            <a:r>
              <a:rPr lang="en-IN" dirty="0"/>
              <a:t>The benefit of using String is that it can be accessed from both the directions (forward and backward).</a:t>
            </a:r>
          </a:p>
          <a:p>
            <a:r>
              <a:rPr lang="en-IN" dirty="0"/>
              <a:t>Both forward as well as backward indexing are provided using Strings in Python.</a:t>
            </a:r>
          </a:p>
          <a:p>
            <a:pPr lvl="1"/>
            <a:r>
              <a:rPr lang="en-IN" dirty="0"/>
              <a:t>Forward indexing starts with 0,1,2,3,....</a:t>
            </a:r>
          </a:p>
          <a:p>
            <a:pPr lvl="1"/>
            <a:r>
              <a:rPr lang="en-IN" dirty="0"/>
              <a:t>Backward indexing starts with -1,-2,-3,-4,....</a:t>
            </a:r>
          </a:p>
          <a:p>
            <a:pPr marL="0" indent="0">
              <a:buNone/>
            </a:pPr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9663545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0338" y="692696"/>
            <a:ext cx="6799262" cy="201622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83632" y="2996953"/>
            <a:ext cx="6715968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Python Strings Operators:</a:t>
            </a:r>
          </a:p>
          <a:p>
            <a:r>
              <a:rPr lang="en-IN" dirty="0"/>
              <a:t>1.Basic Operators. (Concatenation, Replication)</a:t>
            </a:r>
          </a:p>
          <a:p>
            <a:r>
              <a:rPr lang="en-IN" dirty="0"/>
              <a:t>2.Membership Operators.(In , Not In)</a:t>
            </a:r>
          </a:p>
          <a:p>
            <a:r>
              <a:rPr lang="en-IN" dirty="0"/>
              <a:t>3.Relational Operators. (&lt;,&gt;&lt;=,&gt;=,==,!=,&lt;&gt;)</a:t>
            </a:r>
          </a:p>
          <a:p>
            <a:r>
              <a:rPr lang="en-IN" b="1" dirty="0"/>
              <a:t>Python String Slice Notation :</a:t>
            </a:r>
          </a:p>
          <a:p>
            <a:r>
              <a:rPr lang="en-IN" dirty="0"/>
              <a:t>Python String slice can be defined as a substring which is the part of the string. Therefore further substring can be obtained from a string</a:t>
            </a:r>
          </a:p>
          <a:p>
            <a:r>
              <a:rPr lang="en-IN" b="1" dirty="0"/>
              <a:t>Syntax : </a:t>
            </a:r>
          </a:p>
          <a:p>
            <a:r>
              <a:rPr lang="en-IN" dirty="0"/>
              <a:t>&lt;</a:t>
            </a:r>
            <a:r>
              <a:rPr lang="en-IN" dirty="0" err="1"/>
              <a:t>string_name</a:t>
            </a:r>
            <a:r>
              <a:rPr lang="en-IN" dirty="0"/>
              <a:t>&gt;[</a:t>
            </a:r>
            <a:r>
              <a:rPr lang="en-IN" dirty="0" err="1"/>
              <a:t>startIndex:endIndex</a:t>
            </a:r>
            <a:r>
              <a:rPr lang="en-IN" dirty="0"/>
              <a:t>],  </a:t>
            </a:r>
          </a:p>
          <a:p>
            <a:r>
              <a:rPr lang="en-IN" dirty="0"/>
              <a:t>&lt;</a:t>
            </a:r>
            <a:r>
              <a:rPr lang="en-IN" dirty="0" err="1"/>
              <a:t>string_name</a:t>
            </a:r>
            <a:r>
              <a:rPr lang="en-IN" dirty="0"/>
              <a:t>&gt;[:</a:t>
            </a:r>
            <a:r>
              <a:rPr lang="en-IN" dirty="0" err="1"/>
              <a:t>endIndex</a:t>
            </a:r>
            <a:r>
              <a:rPr lang="en-IN" dirty="0"/>
              <a:t>],  </a:t>
            </a:r>
          </a:p>
          <a:p>
            <a:r>
              <a:rPr lang="en-IN" dirty="0"/>
              <a:t>&lt;</a:t>
            </a:r>
            <a:r>
              <a:rPr lang="en-IN" dirty="0" err="1"/>
              <a:t>string_name</a:t>
            </a:r>
            <a:r>
              <a:rPr lang="en-IN" dirty="0"/>
              <a:t>&gt;[</a:t>
            </a:r>
            <a:r>
              <a:rPr lang="en-IN" dirty="0" err="1"/>
              <a:t>startIndex</a:t>
            </a:r>
            <a:r>
              <a:rPr lang="en-IN" dirty="0"/>
              <a:t>:]  </a:t>
            </a:r>
          </a:p>
          <a:p>
            <a:endParaRPr lang="en-IN" b="1" dirty="0"/>
          </a:p>
          <a:p>
            <a:endParaRPr lang="en-IN" dirty="0"/>
          </a:p>
          <a:p>
            <a:endParaRPr lang="en-IN" dirty="0"/>
          </a:p>
          <a:p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83367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Python String </a:t>
            </a:r>
            <a:r>
              <a:rPr lang="en-IN" dirty="0" err="1"/>
              <a:t>endswith</a:t>
            </a:r>
            <a:r>
              <a:rPr lang="en-IN" dirty="0"/>
              <a:t>(string) Method Example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IN" dirty="0"/>
              <a:t>string1="Welcome to PYTHON";  </a:t>
            </a:r>
          </a:p>
          <a:p>
            <a:r>
              <a:rPr lang="en-IN" dirty="0"/>
              <a:t>substring1=“PYTHON";  </a:t>
            </a:r>
          </a:p>
          <a:p>
            <a:r>
              <a:rPr lang="en-IN" dirty="0"/>
              <a:t>substring2="to";  </a:t>
            </a:r>
          </a:p>
          <a:p>
            <a:r>
              <a:rPr lang="en-IN" dirty="0"/>
              <a:t>substring3="of";  </a:t>
            </a:r>
          </a:p>
          <a:p>
            <a:r>
              <a:rPr lang="en-IN" b="1" dirty="0"/>
              <a:t>print</a:t>
            </a:r>
            <a:r>
              <a:rPr lang="en-IN" dirty="0"/>
              <a:t> string1.endswith(substring1);  </a:t>
            </a:r>
          </a:p>
          <a:p>
            <a:r>
              <a:rPr lang="en-IN" b="1" dirty="0"/>
              <a:t>print</a:t>
            </a:r>
            <a:r>
              <a:rPr lang="en-IN" dirty="0"/>
              <a:t> string1.endswith(substring2,2,16);  </a:t>
            </a:r>
          </a:p>
          <a:p>
            <a:r>
              <a:rPr lang="en-IN" b="1" dirty="0"/>
              <a:t>print</a:t>
            </a:r>
            <a:r>
              <a:rPr lang="en-IN" dirty="0"/>
              <a:t> string1.endswith(substring3,2,19);  </a:t>
            </a:r>
          </a:p>
          <a:p>
            <a:r>
              <a:rPr lang="en-IN" b="1" dirty="0"/>
              <a:t>print</a:t>
            </a:r>
            <a:r>
              <a:rPr lang="en-IN" dirty="0"/>
              <a:t> string1.endswith(substring3);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930354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2. Python List : [ ]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Python list is a data structure which is used to store various types of data.</a:t>
            </a:r>
          </a:p>
          <a:p>
            <a:r>
              <a:rPr lang="en-IN" dirty="0"/>
              <a:t>In Python, lists are mutable i.e., Python will not create a new list if we modify an element of the list.</a:t>
            </a:r>
          </a:p>
          <a:p>
            <a:r>
              <a:rPr lang="en-IN" dirty="0"/>
              <a:t>It works as a container that holds other objects in a given order. We can perform various operations like insertion and deletion on list.</a:t>
            </a:r>
          </a:p>
          <a:p>
            <a:r>
              <a:rPr lang="en-IN" dirty="0"/>
              <a:t>A list can be composed by storing a sequence of different type of values separated by commas.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9544997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b="1" dirty="0"/>
              <a:t>Accessing List (slicing operation)</a:t>
            </a:r>
          </a:p>
          <a:p>
            <a:r>
              <a:rPr lang="en-IN" b="1" dirty="0"/>
              <a:t>List Operations: </a:t>
            </a:r>
          </a:p>
          <a:p>
            <a:pPr marL="0" indent="0">
              <a:buNone/>
            </a:pPr>
            <a:r>
              <a:rPr lang="en-IN" dirty="0"/>
              <a:t> 1. Replication</a:t>
            </a:r>
          </a:p>
          <a:p>
            <a:pPr marL="0" indent="0">
              <a:buNone/>
            </a:pPr>
            <a:r>
              <a:rPr lang="en-IN" dirty="0"/>
              <a:t>2. Adding</a:t>
            </a:r>
          </a:p>
          <a:p>
            <a:pPr marL="0" indent="0">
              <a:buNone/>
            </a:pPr>
            <a:r>
              <a:rPr lang="en-IN" dirty="0"/>
              <a:t>3. Other Operations( updating, </a:t>
            </a:r>
            <a:r>
              <a:rPr lang="en-IN" dirty="0" err="1"/>
              <a:t>appending,deleting</a:t>
            </a:r>
            <a:r>
              <a:rPr lang="en-IN" dirty="0"/>
              <a:t>)</a:t>
            </a:r>
          </a:p>
          <a:p>
            <a:r>
              <a:rPr lang="en-IN" b="1" dirty="0"/>
              <a:t>List methods: min(),max(),</a:t>
            </a:r>
            <a:r>
              <a:rPr lang="en-IN" b="1" dirty="0" err="1"/>
              <a:t>len</a:t>
            </a:r>
            <a:r>
              <a:rPr lang="en-IN" b="1" dirty="0"/>
              <a:t>(),</a:t>
            </a:r>
            <a:r>
              <a:rPr lang="en-IN" b="1" dirty="0" err="1"/>
              <a:t>cmp</a:t>
            </a:r>
            <a:r>
              <a:rPr lang="en-IN" b="1" dirty="0"/>
              <a:t>(list1,list2),</a:t>
            </a:r>
          </a:p>
          <a:p>
            <a:pPr marL="0" indent="0">
              <a:buNone/>
            </a:pPr>
            <a:r>
              <a:rPr lang="en-IN" b="1" dirty="0"/>
              <a:t>					list(sequence)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1917982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Built_in_methods</a:t>
            </a:r>
            <a:r>
              <a:rPr lang="en-IN" dirty="0"/>
              <a:t> of List: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363" y="2521744"/>
            <a:ext cx="7912100" cy="299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5425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 Python Tuples : ( 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 tuple is a sequence of immutable objects, therefore tuple cannot be changed. It can be used to collect different types of object.</a:t>
            </a:r>
          </a:p>
          <a:p>
            <a:r>
              <a:rPr lang="en-IN" dirty="0"/>
              <a:t>The objects are enclosed within parenthesis and separated by comma.</a:t>
            </a:r>
          </a:p>
          <a:p>
            <a:r>
              <a:rPr lang="en-IN" dirty="0"/>
              <a:t>Tuple is similar to list. Only the difference is that list is enclosed between square bracket, tuple between parenthesis and List has mutable objects whereas Tuple has immutable objects.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354508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Advantages of Tuple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Processing of Tuples are faster than Lists.</a:t>
            </a:r>
          </a:p>
          <a:p>
            <a:r>
              <a:rPr lang="en-IN" dirty="0"/>
              <a:t>It makes the data safe as Tuples are immutable and hence cannot be changed.</a:t>
            </a:r>
          </a:p>
          <a:p>
            <a:r>
              <a:rPr lang="en-IN" dirty="0"/>
              <a:t>Tuples are used for String formatting.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7955588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Contuinue</a:t>
            </a:r>
            <a:r>
              <a:rPr lang="en-IN" dirty="0"/>
              <a:t>….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Empty tuple:  tuple1=( )</a:t>
            </a:r>
          </a:p>
          <a:p>
            <a:r>
              <a:rPr lang="en-IN" dirty="0"/>
              <a:t>Single Object Tuple :  x=(10,)</a:t>
            </a:r>
          </a:p>
          <a:p>
            <a:r>
              <a:rPr lang="en-IN" dirty="0"/>
              <a:t>Tuple Operations: Addition, Replication, Slicing</a:t>
            </a:r>
          </a:p>
          <a:p>
            <a:r>
              <a:rPr lang="en-IN" dirty="0"/>
              <a:t>Other operations: Updating, creating, Deleting</a:t>
            </a:r>
          </a:p>
          <a:p>
            <a:r>
              <a:rPr lang="en-IN" dirty="0"/>
              <a:t>Function of tuple: min(),max(),</a:t>
            </a:r>
            <a:r>
              <a:rPr lang="en-IN" dirty="0" err="1"/>
              <a:t>len</a:t>
            </a:r>
            <a:r>
              <a:rPr lang="en-IN" dirty="0"/>
              <a:t>(),</a:t>
            </a:r>
            <a:r>
              <a:rPr lang="en-IN" dirty="0" err="1"/>
              <a:t>cmp</a:t>
            </a:r>
            <a:r>
              <a:rPr lang="en-IN" dirty="0"/>
              <a:t>(tuple1, tuple2), tuple(sequence)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924357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Dictionary : {K:V}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Dictionary is an unordered set of key and value pair. It is a container that contains data, enclosed within curly braces.</a:t>
            </a:r>
          </a:p>
          <a:p>
            <a:r>
              <a:rPr lang="en-IN" dirty="0"/>
              <a:t>The pair i.e., key and value is known as item. The key passed in the item must be unique.</a:t>
            </a:r>
          </a:p>
          <a:p>
            <a:r>
              <a:rPr lang="en-IN" dirty="0"/>
              <a:t>The key and the value is separated by a colon(:). This pair is known as item. Items are separated from each other by a comma(,). Different items are enclosed within a curly brace and this forms Dictionary.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813986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Accessing Dictionary Values</a:t>
            </a:r>
          </a:p>
          <a:p>
            <a:r>
              <a:rPr lang="en-IN" dirty="0"/>
              <a:t>Updating Python Dictionary Elements</a:t>
            </a:r>
          </a:p>
          <a:p>
            <a:r>
              <a:rPr lang="en-IN" dirty="0"/>
              <a:t>Deleting Python Dictionary Elements</a:t>
            </a:r>
          </a:p>
          <a:p>
            <a:r>
              <a:rPr lang="en-IN" dirty="0"/>
              <a:t>Python Dictionary Functions: </a:t>
            </a:r>
            <a:r>
              <a:rPr lang="en-IN" dirty="0" err="1"/>
              <a:t>len</a:t>
            </a:r>
            <a:r>
              <a:rPr lang="en-IN" dirty="0"/>
              <a:t>( ), </a:t>
            </a:r>
            <a:r>
              <a:rPr lang="en-IN" dirty="0" err="1"/>
              <a:t>cmp</a:t>
            </a:r>
            <a:r>
              <a:rPr lang="en-IN" dirty="0"/>
              <a:t>(dic1,dic2), </a:t>
            </a:r>
            <a:r>
              <a:rPr lang="en-IN" dirty="0" err="1"/>
              <a:t>str</a:t>
            </a:r>
            <a:r>
              <a:rPr lang="en-IN" dirty="0"/>
              <a:t>(</a:t>
            </a:r>
            <a:r>
              <a:rPr lang="en-IN" dirty="0" err="1"/>
              <a:t>dict</a:t>
            </a:r>
            <a:r>
              <a:rPr lang="en-IN" dirty="0"/>
              <a:t>)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825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Dictionary Methods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38363" y="2274094"/>
            <a:ext cx="7912100" cy="3492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1056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Python Functions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A Function is a self block of code which is used to organize the functional code.</a:t>
            </a:r>
          </a:p>
          <a:p>
            <a:r>
              <a:rPr lang="en-IN" dirty="0"/>
              <a:t>Function can be called as a section of a program that is written once and can be executed whenever required in the program, thus making code reusability.</a:t>
            </a:r>
          </a:p>
          <a:p>
            <a:pPr marL="0" indent="0">
              <a:buNone/>
            </a:pPr>
            <a:r>
              <a:rPr lang="en-IN" dirty="0"/>
              <a:t>Types of Functions:</a:t>
            </a:r>
          </a:p>
          <a:p>
            <a:r>
              <a:rPr lang="en-IN" dirty="0"/>
              <a:t>a) Built-in Functions</a:t>
            </a:r>
          </a:p>
          <a:p>
            <a:r>
              <a:rPr lang="en-IN" dirty="0"/>
              <a:t>b) User- Defined</a:t>
            </a:r>
          </a:p>
        </p:txBody>
      </p:sp>
    </p:spTree>
    <p:extLst>
      <p:ext uri="{BB962C8B-B14F-4D97-AF65-F5344CB8AC3E}">
        <p14:creationId xmlns:p14="http://schemas.microsoft.com/office/powerpoint/2010/main" val="10786661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0866" y="908721"/>
            <a:ext cx="6798734" cy="1303867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br>
              <a:rPr lang="en-IN" dirty="0"/>
            </a:br>
            <a:r>
              <a:rPr lang="en-IN" dirty="0"/>
              <a:t>Defining a Function</a:t>
            </a:r>
            <a:br>
              <a:rPr lang="en-IN" dirty="0"/>
            </a:br>
            <a:r>
              <a:rPr lang="en-IN" sz="1800" dirty="0"/>
              <a:t>A Function defined in Python should follow the following format: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00865" y="2132857"/>
            <a:ext cx="6798736" cy="3672407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500" dirty="0"/>
          </a:p>
          <a:p>
            <a:pPr marL="0" indent="0">
              <a:buNone/>
            </a:pPr>
            <a:r>
              <a:rPr lang="en-IN" sz="1500" dirty="0"/>
              <a:t>1) Keyword </a:t>
            </a:r>
            <a:r>
              <a:rPr lang="en-IN" sz="1500" b="1" dirty="0" err="1"/>
              <a:t>def</a:t>
            </a:r>
            <a:r>
              <a:rPr lang="en-IN" sz="1500" dirty="0"/>
              <a:t> is used to start and declare a function. </a:t>
            </a:r>
            <a:r>
              <a:rPr lang="en-IN" sz="1500" dirty="0" err="1"/>
              <a:t>Def</a:t>
            </a:r>
            <a:r>
              <a:rPr lang="en-IN" sz="1500" dirty="0"/>
              <a:t> specifies the starting of function block.</a:t>
            </a:r>
          </a:p>
          <a:p>
            <a:pPr marL="0" indent="0">
              <a:buNone/>
            </a:pPr>
            <a:r>
              <a:rPr lang="en-IN" sz="1500" dirty="0"/>
              <a:t>2) </a:t>
            </a:r>
            <a:r>
              <a:rPr lang="en-IN" sz="1500" dirty="0" err="1"/>
              <a:t>def</a:t>
            </a:r>
            <a:r>
              <a:rPr lang="en-IN" sz="1500" dirty="0"/>
              <a:t> is followed by function-name followed by 	parenthesis.</a:t>
            </a:r>
          </a:p>
          <a:p>
            <a:pPr marL="0" indent="0">
              <a:buNone/>
            </a:pPr>
            <a:r>
              <a:rPr lang="en-IN" sz="1500" dirty="0"/>
              <a:t>3) Parameters are passed inside the parenthesis. At the 	end a colon is marked.</a:t>
            </a:r>
          </a:p>
          <a:p>
            <a:pPr marL="0" indent="0">
              <a:buNone/>
            </a:pPr>
            <a:r>
              <a:rPr lang="en-IN" sz="1500" dirty="0"/>
              <a:t>Python Function Syntax:</a:t>
            </a:r>
          </a:p>
          <a:p>
            <a:r>
              <a:rPr lang="en-IN" sz="1500" b="1" dirty="0" err="1"/>
              <a:t>def</a:t>
            </a:r>
            <a:r>
              <a:rPr lang="en-IN" sz="1500" dirty="0"/>
              <a:t> &lt;</a:t>
            </a:r>
            <a:r>
              <a:rPr lang="en-IN" sz="1500" dirty="0" err="1"/>
              <a:t>function_name</a:t>
            </a:r>
            <a:r>
              <a:rPr lang="en-IN" sz="1500" dirty="0"/>
              <a:t>&gt;(parameters):  </a:t>
            </a:r>
          </a:p>
          <a:p>
            <a:r>
              <a:rPr lang="en-IN" sz="1500" dirty="0"/>
              <a:t>&lt;/</a:t>
            </a:r>
            <a:r>
              <a:rPr lang="en-IN" sz="1500" dirty="0" err="1"/>
              <a:t>function_name</a:t>
            </a:r>
            <a:r>
              <a:rPr lang="en-IN" sz="1500" dirty="0"/>
              <a:t>&gt;  </a:t>
            </a:r>
          </a:p>
          <a:p>
            <a:pPr marL="0" indent="0">
              <a:buNone/>
            </a:pPr>
            <a:r>
              <a:rPr lang="en-IN" sz="1500" dirty="0"/>
              <a:t>4) Python code requires indentation (space) of code to keep it associate to the declared block.</a:t>
            </a:r>
          </a:p>
          <a:p>
            <a:pPr marL="0" indent="0">
              <a:buNone/>
            </a:pPr>
            <a:r>
              <a:rPr lang="en-IN" sz="1500" dirty="0"/>
              <a:t>5) The first statement of the function is optional. It is ?Documentation string? of function.</a:t>
            </a:r>
          </a:p>
          <a:p>
            <a:pPr marL="0" indent="0">
              <a:buNone/>
            </a:pPr>
            <a:r>
              <a:rPr lang="en-IN" sz="1500" dirty="0"/>
              <a:t>6) Following is the statement to be executed.</a:t>
            </a:r>
          </a:p>
        </p:txBody>
      </p:sp>
    </p:spTree>
    <p:extLst>
      <p:ext uri="{BB962C8B-B14F-4D97-AF65-F5344CB8AC3E}">
        <p14:creationId xmlns:p14="http://schemas.microsoft.com/office/powerpoint/2010/main" val="12555435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Python Function Syntax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9" y="2461970"/>
            <a:ext cx="7856819" cy="3473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95053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Documenting a function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If you introspect the function, you will find a few hidden methods (starting with 2 underscores) amongst which the __doc__, that is used to set the documentation of a function. Python documentation are called </a:t>
            </a:r>
            <a:r>
              <a:rPr lang="en-IN" b="1" dirty="0" err="1"/>
              <a:t>docstring</a:t>
            </a:r>
            <a:r>
              <a:rPr lang="en-IN" dirty="0"/>
              <a:t> and can be put together with a function</a:t>
            </a:r>
          </a:p>
          <a:p>
            <a:r>
              <a:rPr lang="en-IN" dirty="0"/>
              <a:t>Syntax: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def</a:t>
            </a:r>
            <a:r>
              <a:rPr lang="en-IN" dirty="0"/>
              <a:t> &lt;</a:t>
            </a:r>
            <a:r>
              <a:rPr lang="en-IN" dirty="0" err="1"/>
              <a:t>function_name</a:t>
            </a:r>
            <a:r>
              <a:rPr lang="en-IN" dirty="0"/>
              <a:t>&gt;():</a:t>
            </a:r>
          </a:p>
          <a:p>
            <a:pPr marL="0" indent="0">
              <a:buNone/>
            </a:pPr>
            <a:r>
              <a:rPr lang="en-IN" dirty="0"/>
              <a:t>		‘’’ enter the string that you want to document’’’</a:t>
            </a:r>
          </a:p>
          <a:p>
            <a:pPr marL="0" indent="0">
              <a:buNone/>
            </a:pPr>
            <a:r>
              <a:rPr lang="en-IN" dirty="0"/>
              <a:t>	&lt;</a:t>
            </a:r>
            <a:r>
              <a:rPr lang="en-IN" dirty="0" err="1"/>
              <a:t>function_name</a:t>
            </a:r>
            <a:r>
              <a:rPr lang="en-IN" dirty="0"/>
              <a:t>&gt;.__doc__</a:t>
            </a:r>
          </a:p>
        </p:txBody>
      </p:sp>
    </p:spTree>
    <p:extLst>
      <p:ext uri="{BB962C8B-B14F-4D97-AF65-F5344CB8AC3E}">
        <p14:creationId xmlns:p14="http://schemas.microsoft.com/office/powerpoint/2010/main" val="304030083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Recursive functions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Recursion is not a Python property, it is a common technique in computer science where a function calls itself. The most common example is the factorial computation n! = n * n-1 * n-2 * ... 2 * 1. Knowing that 0! = 1, the factorial function .</a:t>
            </a:r>
          </a:p>
          <a:p>
            <a:pPr marL="0" indent="0">
              <a:buNone/>
            </a:pPr>
            <a:r>
              <a:rPr lang="en-IN" dirty="0"/>
              <a:t>Syntax: </a:t>
            </a:r>
            <a:r>
              <a:rPr lang="en-IN" dirty="0" err="1"/>
              <a:t>def</a:t>
            </a:r>
            <a:r>
              <a:rPr lang="en-IN" dirty="0"/>
              <a:t> &lt;</a:t>
            </a:r>
            <a:r>
              <a:rPr lang="en-IN" dirty="0" err="1"/>
              <a:t>function_name</a:t>
            </a:r>
            <a:r>
              <a:rPr lang="en-IN" dirty="0"/>
              <a:t>&gt;():</a:t>
            </a:r>
          </a:p>
          <a:p>
            <a:pPr marL="0" indent="0">
              <a:buNone/>
            </a:pPr>
            <a:r>
              <a:rPr lang="en-IN" dirty="0"/>
              <a:t>			&lt;statement&gt;	</a:t>
            </a:r>
          </a:p>
          <a:p>
            <a:pPr marL="0" indent="0">
              <a:buNone/>
            </a:pPr>
            <a:r>
              <a:rPr lang="en-IN" dirty="0"/>
              <a:t>			return &lt;</a:t>
            </a:r>
            <a:r>
              <a:rPr lang="en-IN" dirty="0" err="1"/>
              <a:t>function_name</a:t>
            </a:r>
            <a:r>
              <a:rPr lang="en-IN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78747864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 Specifying an arbitrary number of arguments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dirty="0"/>
              <a:t>1. Positional arguments</a:t>
            </a:r>
          </a:p>
          <a:p>
            <a:pPr marL="0" indent="0">
              <a:buNone/>
            </a:pPr>
            <a:r>
              <a:rPr lang="en-IN" dirty="0"/>
              <a:t>The way Python handle the provided arguments is to match the normal positional arguments from left to right and then places any other positional arguments in a tuple (*</a:t>
            </a:r>
            <a:r>
              <a:rPr lang="en-IN" dirty="0" err="1"/>
              <a:t>args</a:t>
            </a:r>
            <a:r>
              <a:rPr lang="en-IN" dirty="0"/>
              <a:t>) that can be used by the function.</a:t>
            </a:r>
          </a:p>
          <a:p>
            <a:pPr marL="0" indent="0">
              <a:buNone/>
            </a:pPr>
            <a:r>
              <a:rPr lang="en-IN" dirty="0"/>
              <a:t>Syntax: </a:t>
            </a:r>
            <a:r>
              <a:rPr lang="en-IN" dirty="0" err="1"/>
              <a:t>def</a:t>
            </a:r>
            <a:r>
              <a:rPr lang="en-IN" dirty="0"/>
              <a:t> </a:t>
            </a:r>
            <a:r>
              <a:rPr lang="en-IN" dirty="0" err="1"/>
              <a:t>func</a:t>
            </a:r>
            <a:r>
              <a:rPr lang="en-IN" dirty="0"/>
              <a:t>(</a:t>
            </a:r>
            <a:r>
              <a:rPr lang="en-IN" dirty="0" err="1"/>
              <a:t>pos_params</a:t>
            </a:r>
            <a:r>
              <a:rPr lang="en-IN" dirty="0"/>
              <a:t>, *</a:t>
            </a:r>
            <a:r>
              <a:rPr lang="en-IN" dirty="0" err="1"/>
              <a:t>args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    			block </a:t>
            </a:r>
            <a:r>
              <a:rPr lang="en-IN" dirty="0" err="1"/>
              <a:t>statememt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</a:t>
            </a:r>
            <a:r>
              <a:rPr lang="en-IN" dirty="0" err="1"/>
              <a:t>func</a:t>
            </a:r>
            <a:r>
              <a:rPr lang="en-IN" dirty="0"/>
              <a:t>(</a:t>
            </a:r>
            <a:r>
              <a:rPr lang="en-IN" dirty="0" err="1"/>
              <a:t>pos_params</a:t>
            </a:r>
            <a:r>
              <a:rPr lang="en-IN" dirty="0"/>
              <a:t>, arg1, arg2, ...)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4551903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/>
              <a:t>2. Arbitrary number of keyword arguments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IN" dirty="0"/>
              <a:t>The way Python handles the provided keyword arguments is to match the normal positional arguments from left to right and then places any other positional arguments in a tuple (*</a:t>
            </a:r>
            <a:r>
              <a:rPr lang="en-IN" dirty="0" err="1"/>
              <a:t>args</a:t>
            </a:r>
            <a:r>
              <a:rPr lang="en-IN" dirty="0"/>
              <a:t>) that can be used by the function (</a:t>
            </a:r>
            <a:r>
              <a:rPr lang="en-IN" dirty="0" err="1"/>
              <a:t>sse</a:t>
            </a:r>
            <a:r>
              <a:rPr lang="en-IN" dirty="0"/>
              <a:t> previous section) and finally places any excess of keyword arguments in a dictionary (**</a:t>
            </a:r>
            <a:r>
              <a:rPr lang="en-IN" dirty="0" err="1"/>
              <a:t>kwargs</a:t>
            </a:r>
            <a:r>
              <a:rPr lang="en-IN" dirty="0"/>
              <a:t>) that can be used by the function.</a:t>
            </a:r>
          </a:p>
          <a:p>
            <a:r>
              <a:rPr lang="en-IN" dirty="0"/>
              <a:t>Syntax : </a:t>
            </a:r>
            <a:r>
              <a:rPr lang="en-IN" dirty="0" err="1"/>
              <a:t>def</a:t>
            </a:r>
            <a:r>
              <a:rPr lang="en-IN" dirty="0"/>
              <a:t> </a:t>
            </a:r>
            <a:r>
              <a:rPr lang="en-IN" dirty="0" err="1"/>
              <a:t>func</a:t>
            </a:r>
            <a:r>
              <a:rPr lang="en-IN" dirty="0"/>
              <a:t>(</a:t>
            </a:r>
            <a:r>
              <a:rPr lang="en-IN" dirty="0" err="1"/>
              <a:t>pos_params</a:t>
            </a:r>
            <a:r>
              <a:rPr lang="en-IN" dirty="0"/>
              <a:t>, *</a:t>
            </a:r>
            <a:r>
              <a:rPr lang="en-IN" dirty="0" err="1"/>
              <a:t>args</a:t>
            </a:r>
            <a:r>
              <a:rPr lang="en-IN" dirty="0"/>
              <a:t>, **</a:t>
            </a:r>
            <a:r>
              <a:rPr lang="en-IN" dirty="0" err="1"/>
              <a:t>kwargs</a:t>
            </a:r>
            <a:r>
              <a:rPr lang="en-IN" dirty="0"/>
              <a:t>):</a:t>
            </a:r>
          </a:p>
          <a:p>
            <a:pPr marL="0" indent="0">
              <a:buNone/>
            </a:pPr>
            <a:r>
              <a:rPr lang="en-IN" dirty="0"/>
              <a:t>				    block </a:t>
            </a:r>
            <a:r>
              <a:rPr lang="en-IN" dirty="0" err="1"/>
              <a:t>statememt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		     </a:t>
            </a:r>
            <a:r>
              <a:rPr lang="en-IN" dirty="0" err="1"/>
              <a:t>func</a:t>
            </a:r>
            <a:r>
              <a:rPr lang="en-IN" dirty="0"/>
              <a:t>(</a:t>
            </a:r>
            <a:r>
              <a:rPr lang="en-IN" dirty="0" err="1"/>
              <a:t>pos_params</a:t>
            </a:r>
            <a:r>
              <a:rPr lang="en-IN" dirty="0"/>
              <a:t>, kw1=arg1, kw2=arg2, ...)</a:t>
            </a:r>
          </a:p>
        </p:txBody>
      </p:sp>
    </p:spTree>
    <p:extLst>
      <p:ext uri="{BB962C8B-B14F-4D97-AF65-F5344CB8AC3E}">
        <p14:creationId xmlns:p14="http://schemas.microsoft.com/office/powerpoint/2010/main" val="73266132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Lambda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Lambda function are short one-line functions that have no name. They can contain only one statement so for instance the if, for and while are not allowed. They can be assigned to a variable (not </a:t>
            </a:r>
            <a:r>
              <a:rPr lang="en-IN" dirty="0" err="1"/>
              <a:t>compulsary</a:t>
            </a:r>
            <a:r>
              <a:rPr lang="en-IN" dirty="0"/>
              <a:t>)</a:t>
            </a:r>
          </a:p>
          <a:p>
            <a:r>
              <a:rPr lang="en-IN" dirty="0"/>
              <a:t>In Python, lambda function can be used to replace a simple function. This lambda function is called an </a:t>
            </a:r>
            <a:r>
              <a:rPr lang="en-IN" b="1" dirty="0" err="1"/>
              <a:t>anonymous</a:t>
            </a:r>
            <a:r>
              <a:rPr lang="en-IN" dirty="0" err="1"/>
              <a:t>function</a:t>
            </a:r>
            <a:r>
              <a:rPr lang="en-IN" dirty="0"/>
              <a:t> because they have no name.</a:t>
            </a:r>
          </a:p>
          <a:p>
            <a:pPr marL="0" indent="0">
              <a:buNone/>
            </a:pPr>
            <a:r>
              <a:rPr lang="en-IN" dirty="0"/>
              <a:t>Syntax: &lt;</a:t>
            </a:r>
            <a:r>
              <a:rPr lang="en-IN" dirty="0" err="1"/>
              <a:t>var</a:t>
            </a:r>
            <a:r>
              <a:rPr lang="en-IN" dirty="0"/>
              <a:t>&gt;=lambda &lt;par1&gt;&lt;par2&gt;:&lt;operation&gt;</a:t>
            </a:r>
          </a:p>
        </p:txBody>
      </p:sp>
    </p:spTree>
    <p:extLst>
      <p:ext uri="{BB962C8B-B14F-4D97-AF65-F5344CB8AC3E}">
        <p14:creationId xmlns:p14="http://schemas.microsoft.com/office/powerpoint/2010/main" val="387729630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Zip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IN" dirty="0"/>
              <a:t>The zip() function takes one or more sequences as arguments and returns a list of tuples. </a:t>
            </a:r>
          </a:p>
          <a:p>
            <a:r>
              <a:rPr lang="en-IN" dirty="0"/>
              <a:t>The </a:t>
            </a:r>
            <a:r>
              <a:rPr lang="en-IN" dirty="0" err="1"/>
              <a:t>ith</a:t>
            </a:r>
            <a:r>
              <a:rPr lang="en-IN" dirty="0"/>
              <a:t> tuple contains the </a:t>
            </a:r>
            <a:r>
              <a:rPr lang="en-IN" dirty="0" err="1"/>
              <a:t>ith</a:t>
            </a:r>
            <a:r>
              <a:rPr lang="en-IN" dirty="0"/>
              <a:t> values of each sequence. </a:t>
            </a:r>
          </a:p>
          <a:p>
            <a:r>
              <a:rPr lang="en-IN" dirty="0"/>
              <a:t>If the input sequences do not have the same length, the list is truncated to the length of the shortest sequence. </a:t>
            </a:r>
          </a:p>
          <a:p>
            <a:r>
              <a:rPr lang="en-IN" dirty="0"/>
              <a:t>This function is often used to loop over several sequences</a:t>
            </a:r>
          </a:p>
          <a:p>
            <a:pPr marL="0" indent="0">
              <a:buNone/>
            </a:pPr>
            <a:r>
              <a:rPr lang="en-IN" dirty="0"/>
              <a:t>Syntax : for </a:t>
            </a:r>
            <a:r>
              <a:rPr lang="en-IN" dirty="0" err="1"/>
              <a:t>x,y</a:t>
            </a:r>
            <a:r>
              <a:rPr lang="en-IN" dirty="0"/>
              <a:t> in zip([1,2,3], [-1,-2,-3]):</a:t>
            </a:r>
          </a:p>
          <a:p>
            <a:pPr marL="0" indent="0">
              <a:buNone/>
            </a:pPr>
            <a:r>
              <a:rPr lang="en-IN" dirty="0"/>
              <a:t>			    print </a:t>
            </a:r>
            <a:r>
              <a:rPr lang="en-IN" dirty="0" err="1"/>
              <a:t>x+y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4883664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Reduce </a:t>
            </a:r>
            <a:r>
              <a:rPr lang="en-IN" dirty="0" err="1"/>
              <a:t>Fucntion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reduce() function is not very common but could be useful. It applies a function of two arguments cumulatively to the items of a sequence</a:t>
            </a:r>
          </a:p>
          <a:p>
            <a:pPr marL="0" indent="0">
              <a:buNone/>
            </a:pPr>
            <a:r>
              <a:rPr lang="es-ES" dirty="0"/>
              <a:t>Ex : reduce(lambda x, y: x*y, [1,2,3,4,5]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6792210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List Comprehension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Python, there is a special syntax called list comprehension that allows to write loops in a very simple and intuitive way. </a:t>
            </a:r>
          </a:p>
        </p:txBody>
      </p:sp>
    </p:spTree>
    <p:extLst>
      <p:ext uri="{BB962C8B-B14F-4D97-AF65-F5344CB8AC3E}">
        <p14:creationId xmlns:p14="http://schemas.microsoft.com/office/powerpoint/2010/main" val="319827234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Filter &amp; Map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Filter Function: The filter() function is often used with the lambda </a:t>
            </a:r>
            <a:r>
              <a:rPr lang="en-IN" dirty="0" err="1"/>
              <a:t>function.It</a:t>
            </a:r>
            <a:r>
              <a:rPr lang="en-IN" dirty="0"/>
              <a:t> returns the items of the sequence for which function(item) is true. For instance the following lambda function returns True if x is even.</a:t>
            </a:r>
          </a:p>
          <a:p>
            <a:r>
              <a:rPr lang="en-IN" dirty="0"/>
              <a:t>Syntax :  filter(function, sequence)</a:t>
            </a:r>
          </a:p>
          <a:p>
            <a:r>
              <a:rPr lang="en-IN" dirty="0"/>
              <a:t>Ex:   f = lambda x: x%2 == 0</a:t>
            </a:r>
          </a:p>
          <a:p>
            <a:pPr marL="0" indent="0">
              <a:buNone/>
            </a:pPr>
            <a:r>
              <a:rPr lang="en-IN" dirty="0"/>
              <a:t>		filter(f, [0,3,6,9])</a:t>
            </a:r>
          </a:p>
        </p:txBody>
      </p:sp>
    </p:spTree>
    <p:extLst>
      <p:ext uri="{BB962C8B-B14F-4D97-AF65-F5344CB8AC3E}">
        <p14:creationId xmlns:p14="http://schemas.microsoft.com/office/powerpoint/2010/main" val="150387929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/>
              <a:t>Object-oriented vs Procedure-oriented Programming languages</a:t>
            </a:r>
            <a:br>
              <a:rPr lang="en-IN" dirty="0"/>
            </a:br>
            <a:endParaRPr lang="en-IN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07568" y="2420888"/>
            <a:ext cx="7704856" cy="3744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8523916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OOPS-Concepts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 </a:t>
            </a:r>
            <a:r>
              <a:rPr lang="en-IN" b="1" dirty="0"/>
              <a:t>Class</a:t>
            </a:r>
            <a:r>
              <a:rPr lang="en-IN" dirty="0"/>
              <a:t> : Collection of Objects. It is a logical entity that has some specific attributes and methods</a:t>
            </a:r>
          </a:p>
          <a:p>
            <a:r>
              <a:rPr lang="en-IN" dirty="0"/>
              <a:t> </a:t>
            </a:r>
            <a:r>
              <a:rPr lang="en-IN" b="1" dirty="0"/>
              <a:t>Object</a:t>
            </a:r>
            <a:r>
              <a:rPr lang="en-IN" dirty="0"/>
              <a:t> : Blue print of a class (or) Instance of a class.</a:t>
            </a:r>
          </a:p>
          <a:p>
            <a:r>
              <a:rPr lang="en-IN" b="1" dirty="0"/>
              <a:t>Method</a:t>
            </a:r>
            <a:r>
              <a:rPr lang="en-IN" dirty="0"/>
              <a:t> : It is a type of function that is associated with an object.</a:t>
            </a:r>
          </a:p>
          <a:p>
            <a:r>
              <a:rPr lang="en-IN" b="1" dirty="0"/>
              <a:t>Inheritance</a:t>
            </a:r>
            <a:r>
              <a:rPr lang="en-IN" dirty="0"/>
              <a:t> : Extracting some properties (or) features from base class(parent) to derived class(child).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94635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Continue……………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b="1" dirty="0"/>
              <a:t>Polymorphism </a:t>
            </a:r>
            <a:r>
              <a:rPr lang="en-IN" dirty="0"/>
              <a:t>: Polymorphism is by two words "poly" and "morphs". Poly means many and Morphs means form, shape.</a:t>
            </a:r>
          </a:p>
          <a:p>
            <a:r>
              <a:rPr lang="en-IN" b="1" dirty="0"/>
              <a:t>Encapsulation</a:t>
            </a:r>
            <a:r>
              <a:rPr lang="en-IN" dirty="0"/>
              <a:t> : Wrapping (grouping) up of data into a single unit.</a:t>
            </a:r>
          </a:p>
          <a:p>
            <a:r>
              <a:rPr lang="en-IN" b="1" dirty="0"/>
              <a:t>Data</a:t>
            </a:r>
            <a:r>
              <a:rPr lang="en-IN" dirty="0"/>
              <a:t> </a:t>
            </a:r>
            <a:r>
              <a:rPr lang="en-IN" b="1" dirty="0"/>
              <a:t>Abstraction</a:t>
            </a:r>
            <a:r>
              <a:rPr lang="en-IN" dirty="0"/>
              <a:t> : Data abstraction and encapsulation both are often used as synonyms. Both are nearly synonym because data abstraction is achieved through encapsulation.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b="1" dirty="0"/>
              <a:t>Abstraction</a:t>
            </a:r>
            <a:r>
              <a:rPr lang="en-IN" dirty="0"/>
              <a:t> is used to hide internal details and show only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1565921920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DEF : It is a special member function which is used to initialise the objects of its class.</a:t>
            </a:r>
          </a:p>
          <a:p>
            <a:pPr marL="0" indent="0">
              <a:buNone/>
            </a:pPr>
            <a:r>
              <a:rPr lang="en-IN" b="1" dirty="0"/>
              <a:t>Creating a Constructor:</a:t>
            </a:r>
          </a:p>
          <a:p>
            <a:r>
              <a:rPr lang="en-IN" dirty="0"/>
              <a:t>A constructor is a class function that begins with double underscore (_). The name of the constructor is always the same __</a:t>
            </a:r>
            <a:r>
              <a:rPr lang="en-IN" dirty="0" err="1"/>
              <a:t>init</a:t>
            </a:r>
            <a:r>
              <a:rPr lang="en-IN" dirty="0"/>
              <a:t>__().</a:t>
            </a:r>
          </a:p>
          <a:p>
            <a:r>
              <a:rPr lang="en-IN" dirty="0"/>
              <a:t>While creating an object, a constructor can accept arguments if necessary. When we create a class without a constructor, Python automatically creates a default constructor that doesn't do anything.</a:t>
            </a:r>
          </a:p>
          <a:p>
            <a:r>
              <a:rPr lang="en-IN" dirty="0"/>
              <a:t>Every class must have a constructor, even if it simply relies on the default constructor.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4565009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constructor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1. Parameterised constructor</a:t>
            </a:r>
          </a:p>
          <a:p>
            <a:r>
              <a:rPr lang="en-IN" dirty="0"/>
              <a:t>2. Non- Parameterised Constructor</a:t>
            </a:r>
          </a:p>
          <a:p>
            <a:r>
              <a:rPr lang="en-IN" dirty="0"/>
              <a:t>3. Default Constructor</a:t>
            </a:r>
          </a:p>
          <a:p>
            <a:pPr marL="0" indent="0">
              <a:buNone/>
            </a:pPr>
            <a:r>
              <a:rPr lang="en-IN" b="1" dirty="0"/>
              <a:t>Self</a:t>
            </a:r>
            <a:r>
              <a:rPr lang="en-IN" dirty="0"/>
              <a:t> : self represents the instance of the class. </a:t>
            </a:r>
          </a:p>
          <a:p>
            <a:pPr marL="0" indent="0">
              <a:buNone/>
            </a:pPr>
            <a:r>
              <a:rPr lang="en-IN" dirty="0"/>
              <a:t>By using the "</a:t>
            </a:r>
            <a:r>
              <a:rPr lang="en-IN" i="1" u="sng" dirty="0"/>
              <a:t>self</a:t>
            </a:r>
            <a:r>
              <a:rPr lang="en-IN" dirty="0"/>
              <a:t>" keyword we can access the  </a:t>
            </a:r>
            <a:r>
              <a:rPr lang="en-IN" i="1" u="sng" dirty="0"/>
              <a:t>attributes</a:t>
            </a:r>
            <a:r>
              <a:rPr lang="en-IN" dirty="0"/>
              <a:t> and </a:t>
            </a:r>
            <a:r>
              <a:rPr lang="en-IN" i="1" u="sng" dirty="0"/>
              <a:t>methods</a:t>
            </a:r>
            <a:r>
              <a:rPr lang="en-IN" dirty="0"/>
              <a:t> of the class in python.</a:t>
            </a:r>
          </a:p>
        </p:txBody>
      </p:sp>
    </p:spTree>
    <p:extLst>
      <p:ext uri="{BB962C8B-B14F-4D97-AF65-F5344CB8AC3E}">
        <p14:creationId xmlns:p14="http://schemas.microsoft.com/office/powerpoint/2010/main" val="2834378549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Destructor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Destructor is also a special member function which is used to destroy the already created constructor.</a:t>
            </a:r>
          </a:p>
          <a:p>
            <a:r>
              <a:rPr lang="en-IN" dirty="0"/>
              <a:t>Destructors are called when an object gets destroyed.</a:t>
            </a:r>
          </a:p>
          <a:p>
            <a:r>
              <a:rPr lang="en-IN" dirty="0"/>
              <a:t>These methods are only called on creation and destruction of the object. They are not called manually but completely automatic.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133143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OOPS :- Inheritance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The child class or derived class inherits the features from the parent class, adding new features to it. It facilitates </a:t>
            </a:r>
            <a:r>
              <a:rPr lang="en-IN" b="1" dirty="0"/>
              <a:t>re-usability of code</a:t>
            </a:r>
            <a:r>
              <a:rPr lang="en-IN" dirty="0"/>
              <a:t>.</a:t>
            </a:r>
          </a:p>
          <a:p>
            <a:pPr marL="0" indent="0">
              <a:buNone/>
            </a:pPr>
            <a:r>
              <a:rPr lang="en-IN" dirty="0"/>
              <a:t>TYPES :</a:t>
            </a:r>
          </a:p>
          <a:p>
            <a:r>
              <a:rPr lang="en-IN" dirty="0"/>
              <a:t>Single Inheritance</a:t>
            </a:r>
          </a:p>
          <a:p>
            <a:r>
              <a:rPr lang="en-IN" dirty="0"/>
              <a:t>Multilevel Inheritance</a:t>
            </a:r>
          </a:p>
          <a:p>
            <a:r>
              <a:rPr lang="en-IN" dirty="0"/>
              <a:t>Multiple Inheritance</a:t>
            </a:r>
          </a:p>
          <a:p>
            <a:r>
              <a:rPr lang="en-IN" dirty="0"/>
              <a:t>Hierarchical Inheritance</a:t>
            </a:r>
          </a:p>
          <a:p>
            <a:r>
              <a:rPr lang="en-IN" dirty="0"/>
              <a:t>Hybrid Inheritance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722389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Single Inheritance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7809" y="2564905"/>
            <a:ext cx="2962275" cy="3057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336320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2. Multilevel Inheritance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367808" y="2420889"/>
            <a:ext cx="3024336" cy="3444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02066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3.Multiple Inheritance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47729" y="2636913"/>
            <a:ext cx="4657725" cy="29622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43945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4. Hierarchical Inheritance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31704" y="2636913"/>
            <a:ext cx="5040560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471721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5. Hybrid Inheritance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5163" y="2655094"/>
            <a:ext cx="3238500" cy="273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61496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IN" b="1" dirty="0"/>
              <a:t>Polymorphism</a:t>
            </a:r>
            <a:r>
              <a:rPr lang="en-IN" dirty="0"/>
              <a:t> is the ability to leverage the same interface for different underlying forms such as data types or classes. ... </a:t>
            </a:r>
            <a:r>
              <a:rPr lang="en-IN" b="1" dirty="0"/>
              <a:t>Polymorphism</a:t>
            </a:r>
            <a:r>
              <a:rPr lang="en-IN" dirty="0"/>
              <a:t> allows for flexibility and loose coupling so that code can be extended and easily maintained over time.</a:t>
            </a:r>
          </a:p>
          <a:p>
            <a:pPr marL="0" indent="0">
              <a:buNone/>
            </a:pPr>
            <a:r>
              <a:rPr lang="en-IN" dirty="0"/>
              <a:t>Types :</a:t>
            </a:r>
          </a:p>
          <a:p>
            <a:pPr marL="457200" indent="-457200">
              <a:buAutoNum type="arabicPeriod"/>
            </a:pPr>
            <a:r>
              <a:rPr lang="en-IN" dirty="0"/>
              <a:t>Compile time Polymorphism (Method Overloading)</a:t>
            </a:r>
          </a:p>
          <a:p>
            <a:pPr marL="457200" indent="-457200">
              <a:buAutoNum type="arabicPeriod"/>
            </a:pPr>
            <a:r>
              <a:rPr lang="en-IN" dirty="0"/>
              <a:t>Run time polymorphism (Method Overriding)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99669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 loading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Def : Same name with different parameter;</a:t>
            </a:r>
          </a:p>
          <a:p>
            <a:pPr marL="0" indent="0">
              <a:buNone/>
            </a:pPr>
            <a:r>
              <a:rPr lang="en-IN" dirty="0"/>
              <a:t> 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7" name="AutoShape 8" descr="method overloading"/>
          <p:cNvSpPr>
            <a:spLocks noChangeAspect="1" noChangeArrowheads="1"/>
          </p:cNvSpPr>
          <p:nvPr/>
        </p:nvSpPr>
        <p:spPr bwMode="auto">
          <a:xfrm>
            <a:off x="1679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9737" y="2924945"/>
            <a:ext cx="4181475" cy="3171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474132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 over riding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45290" y="2420286"/>
            <a:ext cx="6798736" cy="3444997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Def : Same name with same parameters</a:t>
            </a:r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</p:txBody>
      </p:sp>
      <p:pic>
        <p:nvPicPr>
          <p:cNvPr id="2052" name="Picture 4" descr="Image result for method overriding in pyth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59274" y="2924945"/>
            <a:ext cx="4552950" cy="31414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9565922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Encapsulation 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In an object oriented python program, you can </a:t>
            </a:r>
            <a:r>
              <a:rPr lang="en-IN" i="1" dirty="0"/>
              <a:t>restrict access</a:t>
            </a:r>
            <a:r>
              <a:rPr lang="en-IN" dirty="0"/>
              <a:t> to methods and variables. This can prevent the data from being modified by accident and is known as </a:t>
            </a:r>
            <a:r>
              <a:rPr lang="en-IN" b="1" i="1" dirty="0"/>
              <a:t>encapsulation</a:t>
            </a:r>
          </a:p>
          <a:p>
            <a:endParaRPr lang="en-IN" b="1" i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71748625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11801" y="1988840"/>
            <a:ext cx="7776864" cy="41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01695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Abstraction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We can say that object-oriented programming relies heavily on encapsulation. The terms encapsulation and abstraction (also data hiding) are often used as synonyms. They are nearly synonymous, i.e. </a:t>
            </a:r>
            <a:r>
              <a:rPr lang="en-IN" b="1" dirty="0"/>
              <a:t>abstraction is achieved through encapsulation</a:t>
            </a:r>
          </a:p>
        </p:txBody>
      </p:sp>
    </p:spTree>
    <p:extLst>
      <p:ext uri="{BB962C8B-B14F-4D97-AF65-F5344CB8AC3E}">
        <p14:creationId xmlns:p14="http://schemas.microsoft.com/office/powerpoint/2010/main" val="75157798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 Structures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Def : It is a type of container which stores the different datatype values.</a:t>
            </a:r>
          </a:p>
          <a:p>
            <a:r>
              <a:rPr lang="en-IN" dirty="0"/>
              <a:t>1. String  = ‘ ‘</a:t>
            </a:r>
          </a:p>
          <a:p>
            <a:r>
              <a:rPr lang="en-IN" dirty="0"/>
              <a:t>2. List = [ ]</a:t>
            </a:r>
          </a:p>
          <a:p>
            <a:r>
              <a:rPr lang="en-IN" dirty="0"/>
              <a:t>3. Tuple = ( )</a:t>
            </a:r>
          </a:p>
          <a:p>
            <a:r>
              <a:rPr lang="en-IN" dirty="0"/>
              <a:t>4.Dictionary = {K:V}</a:t>
            </a:r>
          </a:p>
          <a:p>
            <a:r>
              <a:rPr lang="en-IN" dirty="0"/>
              <a:t>5. Sets = {} or set[( )]</a:t>
            </a:r>
          </a:p>
        </p:txBody>
      </p:sp>
    </p:spTree>
    <p:extLst>
      <p:ext uri="{BB962C8B-B14F-4D97-AF65-F5344CB8AC3E}">
        <p14:creationId xmlns:p14="http://schemas.microsoft.com/office/powerpoint/2010/main" val="155300443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D19FB766-9C23-274A-9DE6-23274C101F3A}">
  <we:reference id="WA200005566" version="3.0.1.2" store="Omex" storeType="OMEX"/>
  <we:alternateReferences>
    <we:reference id="WA200005566" version="3.0.1.2" store="WA200005566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Circuit</Template>
  <TotalTime>21647</TotalTime>
  <Words>3451</Words>
  <Application>Microsoft Office PowerPoint</Application>
  <PresentationFormat>Widescreen</PresentationFormat>
  <Paragraphs>333</Paragraphs>
  <Slides>70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Tw Cen MT</vt:lpstr>
      <vt:lpstr>Circuit</vt:lpstr>
      <vt:lpstr>INTRODUCTION TO PYTHON</vt:lpstr>
      <vt:lpstr>INTRODUCTION : </vt:lpstr>
      <vt:lpstr>PowerPoint Presentation</vt:lpstr>
      <vt:lpstr>Python History </vt:lpstr>
      <vt:lpstr>PowerPoint Presentation</vt:lpstr>
      <vt:lpstr>Why Choose Python? </vt:lpstr>
      <vt:lpstr>Who uses python</vt:lpstr>
      <vt:lpstr>Python Features </vt:lpstr>
      <vt:lpstr>Python Application Areas</vt:lpstr>
      <vt:lpstr>PowerPoint Presentation</vt:lpstr>
      <vt:lpstr>PowerPoint Presentation</vt:lpstr>
      <vt:lpstr>Python Example </vt:lpstr>
      <vt:lpstr> Python Example using Interactive Shell </vt:lpstr>
      <vt:lpstr> Python Variables </vt:lpstr>
      <vt:lpstr> Declaring Variable and Assigning Values </vt:lpstr>
      <vt:lpstr> Multiple Assignment </vt:lpstr>
      <vt:lpstr> Basic Fundamentals: </vt:lpstr>
      <vt:lpstr>PowerPoint Presentation</vt:lpstr>
      <vt:lpstr> Python Keywords </vt:lpstr>
      <vt:lpstr> Identifiers </vt:lpstr>
      <vt:lpstr> Python Literals </vt:lpstr>
      <vt:lpstr> Python Operators </vt:lpstr>
      <vt:lpstr>Python Comments </vt:lpstr>
      <vt:lpstr>Control Statements</vt:lpstr>
      <vt:lpstr>Data Structures</vt:lpstr>
      <vt:lpstr>Mutable Vs Immutable</vt:lpstr>
      <vt:lpstr>PowerPoint Presentation</vt:lpstr>
      <vt:lpstr>1. Strings : ‘ ‘</vt:lpstr>
      <vt:lpstr>PowerPoint Presentation</vt:lpstr>
      <vt:lpstr>Python String endswith(string) Method Example </vt:lpstr>
      <vt:lpstr>2. Python List : [ ] </vt:lpstr>
      <vt:lpstr>continue…..</vt:lpstr>
      <vt:lpstr>Built_in_methods of List:</vt:lpstr>
      <vt:lpstr>3. Python Tuples : ( )</vt:lpstr>
      <vt:lpstr>Advantages of Tuple </vt:lpstr>
      <vt:lpstr>Contuinue….</vt:lpstr>
      <vt:lpstr>4. Dictionary : {K:V}</vt:lpstr>
      <vt:lpstr>Continue…</vt:lpstr>
      <vt:lpstr>Dictionary Methods</vt:lpstr>
      <vt:lpstr>Python Functions </vt:lpstr>
      <vt:lpstr>  Defining a Function A Function defined in Python should follow the following format: </vt:lpstr>
      <vt:lpstr>Python Function Syntax</vt:lpstr>
      <vt:lpstr>Documenting a function </vt:lpstr>
      <vt:lpstr>Recursive functions </vt:lpstr>
      <vt:lpstr> Specifying an arbitrary number of arguments </vt:lpstr>
      <vt:lpstr>2. Arbitrary number of keyword arguments </vt:lpstr>
      <vt:lpstr>Lambda Function</vt:lpstr>
      <vt:lpstr>Zip Function</vt:lpstr>
      <vt:lpstr>Reduce Fucntion</vt:lpstr>
      <vt:lpstr>List Comprehension</vt:lpstr>
      <vt:lpstr>Filter &amp; Map Function</vt:lpstr>
      <vt:lpstr>Object-oriented vs Procedure-oriented Programming languages </vt:lpstr>
      <vt:lpstr>OOPS-Concepts</vt:lpstr>
      <vt:lpstr>Continue……………</vt:lpstr>
      <vt:lpstr>Constructor</vt:lpstr>
      <vt:lpstr>Types of constructor</vt:lpstr>
      <vt:lpstr>Destructor</vt:lpstr>
      <vt:lpstr>OOPS :- Inheritance</vt:lpstr>
      <vt:lpstr>1. Single Inheritance</vt:lpstr>
      <vt:lpstr>2. Multilevel Inheritance</vt:lpstr>
      <vt:lpstr>3.Multiple Inheritance</vt:lpstr>
      <vt:lpstr>4. Hierarchical Inheritance</vt:lpstr>
      <vt:lpstr>5. Hybrid Inheritance</vt:lpstr>
      <vt:lpstr>Polymorphism</vt:lpstr>
      <vt:lpstr>Method Over loading :</vt:lpstr>
      <vt:lpstr>Method over riding :</vt:lpstr>
      <vt:lpstr>Encapsulation :</vt:lpstr>
      <vt:lpstr>Types of Encapsulation</vt:lpstr>
      <vt:lpstr>Data Abstraction</vt:lpstr>
      <vt:lpstr>Data Structures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 Dilip Kumar</dc:creator>
  <cp:lastModifiedBy>Shouvik Bhattacharjee</cp:lastModifiedBy>
  <cp:revision>10</cp:revision>
  <dcterms:created xsi:type="dcterms:W3CDTF">2025-08-05T06:26:55Z</dcterms:created>
  <dcterms:modified xsi:type="dcterms:W3CDTF">2026-07-21T09:15:07Z</dcterms:modified>
</cp:coreProperties>
</file>